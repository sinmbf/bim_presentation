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eer Maharjan" initials="SM" lastIdx="1" clrIdx="0">
    <p:extLst>
      <p:ext uri="{19B8F6BF-5375-455C-9EA6-DF929625EA0E}">
        <p15:presenceInfo xmlns:p15="http://schemas.microsoft.com/office/powerpoint/2012/main" userId="ced9fe0f602d84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r Maharjan" userId="ced9fe0f602d84d1" providerId="LiveId" clId="{101A8C7B-A926-4E90-A6A0-ED66EE6D144A}"/>
    <pc:docChg chg="undo custSel addSld modSld sldOrd">
      <pc:chgData name="Sameer Maharjan" userId="ced9fe0f602d84d1" providerId="LiveId" clId="{101A8C7B-A926-4E90-A6A0-ED66EE6D144A}" dt="2025-08-03T04:50:34.351" v="587" actId="1076"/>
      <pc:docMkLst>
        <pc:docMk/>
      </pc:docMkLst>
      <pc:sldChg chg="addSp modSp mod">
        <pc:chgData name="Sameer Maharjan" userId="ced9fe0f602d84d1" providerId="LiveId" clId="{101A8C7B-A926-4E90-A6A0-ED66EE6D144A}" dt="2025-08-03T04:04:13.428" v="202" actId="20577"/>
        <pc:sldMkLst>
          <pc:docMk/>
          <pc:sldMk cId="4224628805" sldId="257"/>
        </pc:sldMkLst>
        <pc:spChg chg="mod">
          <ac:chgData name="Sameer Maharjan" userId="ced9fe0f602d84d1" providerId="LiveId" clId="{101A8C7B-A926-4E90-A6A0-ED66EE6D144A}" dt="2025-08-03T04:04:13.428" v="202" actId="20577"/>
          <ac:spMkLst>
            <pc:docMk/>
            <pc:sldMk cId="4224628805" sldId="257"/>
            <ac:spMk id="3" creationId="{7D6B0D68-8083-457B-B8A2-80C6D5F96233}"/>
          </ac:spMkLst>
        </pc:spChg>
        <pc:picChg chg="add mod">
          <ac:chgData name="Sameer Maharjan" userId="ced9fe0f602d84d1" providerId="LiveId" clId="{101A8C7B-A926-4E90-A6A0-ED66EE6D144A}" dt="2025-08-03T04:02:21.916" v="138" actId="1076"/>
          <ac:picMkLst>
            <pc:docMk/>
            <pc:sldMk cId="4224628805" sldId="257"/>
            <ac:picMk id="5" creationId="{03315216-C403-4637-A8B4-405C12A09C1E}"/>
          </ac:picMkLst>
        </pc:picChg>
      </pc:sldChg>
      <pc:sldChg chg="addSp delSp modSp new mod addCm delCm">
        <pc:chgData name="Sameer Maharjan" userId="ced9fe0f602d84d1" providerId="LiveId" clId="{101A8C7B-A926-4E90-A6A0-ED66EE6D144A}" dt="2025-08-03T04:50:34.351" v="587" actId="1076"/>
        <pc:sldMkLst>
          <pc:docMk/>
          <pc:sldMk cId="189930065" sldId="258"/>
        </pc:sldMkLst>
        <pc:spChg chg="del mod">
          <ac:chgData name="Sameer Maharjan" userId="ced9fe0f602d84d1" providerId="LiveId" clId="{101A8C7B-A926-4E90-A6A0-ED66EE6D144A}" dt="2025-08-03T04:03:41.615" v="192" actId="21"/>
          <ac:spMkLst>
            <pc:docMk/>
            <pc:sldMk cId="189930065" sldId="258"/>
            <ac:spMk id="2" creationId="{D1F7364B-05CB-44AE-A914-8974726FE19A}"/>
          </ac:spMkLst>
        </pc:spChg>
        <pc:spChg chg="mod">
          <ac:chgData name="Sameer Maharjan" userId="ced9fe0f602d84d1" providerId="LiveId" clId="{101A8C7B-A926-4E90-A6A0-ED66EE6D144A}" dt="2025-08-03T04:14:59.483" v="381" actId="14100"/>
          <ac:spMkLst>
            <pc:docMk/>
            <pc:sldMk cId="189930065" sldId="258"/>
            <ac:spMk id="3" creationId="{8390BD85-AA3F-4CAD-9202-200DA0143D01}"/>
          </ac:spMkLst>
        </pc:spChg>
        <pc:spChg chg="add mod">
          <ac:chgData name="Sameer Maharjan" userId="ced9fe0f602d84d1" providerId="LiveId" clId="{101A8C7B-A926-4E90-A6A0-ED66EE6D144A}" dt="2025-08-03T04:14:00.110" v="368" actId="20577"/>
          <ac:spMkLst>
            <pc:docMk/>
            <pc:sldMk cId="189930065" sldId="258"/>
            <ac:spMk id="10" creationId="{F4394311-FA00-42E5-80D3-C673EAE15419}"/>
          </ac:spMkLst>
        </pc:spChg>
        <pc:spChg chg="add del mod">
          <ac:chgData name="Sameer Maharjan" userId="ced9fe0f602d84d1" providerId="LiveId" clId="{101A8C7B-A926-4E90-A6A0-ED66EE6D144A}" dt="2025-08-03T04:11:31.757" v="336"/>
          <ac:spMkLst>
            <pc:docMk/>
            <pc:sldMk cId="189930065" sldId="258"/>
            <ac:spMk id="11" creationId="{4BF105B0-9F09-4CD9-A676-6524118C5985}"/>
          </ac:spMkLst>
        </pc:spChg>
        <pc:spChg chg="add mod">
          <ac:chgData name="Sameer Maharjan" userId="ced9fe0f602d84d1" providerId="LiveId" clId="{101A8C7B-A926-4E90-A6A0-ED66EE6D144A}" dt="2025-08-03T04:14:03.719" v="371" actId="20577"/>
          <ac:spMkLst>
            <pc:docMk/>
            <pc:sldMk cId="189930065" sldId="258"/>
            <ac:spMk id="12" creationId="{F0EE1FA3-15A1-49F2-B2EE-015EBA467C55}"/>
          </ac:spMkLst>
        </pc:spChg>
        <pc:picChg chg="add del mod">
          <ac:chgData name="Sameer Maharjan" userId="ced9fe0f602d84d1" providerId="LiveId" clId="{101A8C7B-A926-4E90-A6A0-ED66EE6D144A}" dt="2025-08-03T04:09:16.691" v="277" actId="21"/>
          <ac:picMkLst>
            <pc:docMk/>
            <pc:sldMk cId="189930065" sldId="258"/>
            <ac:picMk id="5" creationId="{EF6BF7C7-400A-4EC0-BDD9-EE5600E68900}"/>
          </ac:picMkLst>
        </pc:picChg>
        <pc:picChg chg="add mod">
          <ac:chgData name="Sameer Maharjan" userId="ced9fe0f602d84d1" providerId="LiveId" clId="{101A8C7B-A926-4E90-A6A0-ED66EE6D144A}" dt="2025-08-03T04:50:31.117" v="586" actId="1076"/>
          <ac:picMkLst>
            <pc:docMk/>
            <pc:sldMk cId="189930065" sldId="258"/>
            <ac:picMk id="7" creationId="{C5E0C354-C483-456F-ABF3-832715D0C7BF}"/>
          </ac:picMkLst>
        </pc:picChg>
        <pc:picChg chg="add mod">
          <ac:chgData name="Sameer Maharjan" userId="ced9fe0f602d84d1" providerId="LiveId" clId="{101A8C7B-A926-4E90-A6A0-ED66EE6D144A}" dt="2025-08-03T04:50:34.351" v="587" actId="1076"/>
          <ac:picMkLst>
            <pc:docMk/>
            <pc:sldMk cId="189930065" sldId="258"/>
            <ac:picMk id="9" creationId="{03BC5BDD-9229-4BB0-A522-31E903B4AEEA}"/>
          </ac:picMkLst>
        </pc:picChg>
      </pc:sldChg>
      <pc:sldChg chg="addSp delSp modSp add mod ord">
        <pc:chgData name="Sameer Maharjan" userId="ced9fe0f602d84d1" providerId="LiveId" clId="{101A8C7B-A926-4E90-A6A0-ED66EE6D144A}" dt="2025-08-03T04:48:18.167" v="547" actId="1076"/>
        <pc:sldMkLst>
          <pc:docMk/>
          <pc:sldMk cId="2375932334" sldId="259"/>
        </pc:sldMkLst>
        <pc:spChg chg="mod">
          <ac:chgData name="Sameer Maharjan" userId="ced9fe0f602d84d1" providerId="LiveId" clId="{101A8C7B-A926-4E90-A6A0-ED66EE6D144A}" dt="2025-08-03T04:15:22.889" v="393" actId="20577"/>
          <ac:spMkLst>
            <pc:docMk/>
            <pc:sldMk cId="2375932334" sldId="259"/>
            <ac:spMk id="2" creationId="{80C44989-3E04-47C2-8EBE-ECDA110A272B}"/>
          </ac:spMkLst>
        </pc:spChg>
        <pc:spChg chg="mod">
          <ac:chgData name="Sameer Maharjan" userId="ced9fe0f602d84d1" providerId="LiveId" clId="{101A8C7B-A926-4E90-A6A0-ED66EE6D144A}" dt="2025-08-03T04:48:05.611" v="546" actId="20577"/>
          <ac:spMkLst>
            <pc:docMk/>
            <pc:sldMk cId="2375932334" sldId="259"/>
            <ac:spMk id="3" creationId="{7D6B0D68-8083-457B-B8A2-80C6D5F96233}"/>
          </ac:spMkLst>
        </pc:spChg>
        <pc:picChg chg="del">
          <ac:chgData name="Sameer Maharjan" userId="ced9fe0f602d84d1" providerId="LiveId" clId="{101A8C7B-A926-4E90-A6A0-ED66EE6D144A}" dt="2025-08-03T04:46:31.749" v="427" actId="478"/>
          <ac:picMkLst>
            <pc:docMk/>
            <pc:sldMk cId="2375932334" sldId="259"/>
            <ac:picMk id="5" creationId="{03315216-C403-4637-A8B4-405C12A09C1E}"/>
          </ac:picMkLst>
        </pc:picChg>
        <pc:picChg chg="add mod">
          <ac:chgData name="Sameer Maharjan" userId="ced9fe0f602d84d1" providerId="LiveId" clId="{101A8C7B-A926-4E90-A6A0-ED66EE6D144A}" dt="2025-08-03T04:48:18.167" v="547" actId="1076"/>
          <ac:picMkLst>
            <pc:docMk/>
            <pc:sldMk cId="2375932334" sldId="259"/>
            <ac:picMk id="6" creationId="{3AC08B60-D5E5-4D3B-8DA9-58E7F8091104}"/>
          </ac:picMkLst>
        </pc:picChg>
      </pc:sldChg>
      <pc:sldChg chg="addSp delSp modSp add mod ord">
        <pc:chgData name="Sameer Maharjan" userId="ced9fe0f602d84d1" providerId="LiveId" clId="{101A8C7B-A926-4E90-A6A0-ED66EE6D144A}" dt="2025-08-03T04:50:13.399" v="584" actId="14100"/>
        <pc:sldMkLst>
          <pc:docMk/>
          <pc:sldMk cId="3727384445" sldId="260"/>
        </pc:sldMkLst>
        <pc:spChg chg="del">
          <ac:chgData name="Sameer Maharjan" userId="ced9fe0f602d84d1" providerId="LiveId" clId="{101A8C7B-A926-4E90-A6A0-ED66EE6D144A}" dt="2025-08-03T04:49:00.156" v="552" actId="931"/>
          <ac:spMkLst>
            <pc:docMk/>
            <pc:sldMk cId="3727384445" sldId="260"/>
            <ac:spMk id="3" creationId="{8390BD85-AA3F-4CAD-9202-200DA0143D01}"/>
          </ac:spMkLst>
        </pc:spChg>
        <pc:spChg chg="mod">
          <ac:chgData name="Sameer Maharjan" userId="ced9fe0f602d84d1" providerId="LiveId" clId="{101A8C7B-A926-4E90-A6A0-ED66EE6D144A}" dt="2025-08-03T04:49:53.868" v="579" actId="122"/>
          <ac:spMkLst>
            <pc:docMk/>
            <pc:sldMk cId="3727384445" sldId="260"/>
            <ac:spMk id="10" creationId="{F4394311-FA00-42E5-80D3-C673EAE15419}"/>
          </ac:spMkLst>
        </pc:spChg>
        <pc:spChg chg="mod">
          <ac:chgData name="Sameer Maharjan" userId="ced9fe0f602d84d1" providerId="LiveId" clId="{101A8C7B-A926-4E90-A6A0-ED66EE6D144A}" dt="2025-08-03T04:50:06.196" v="583" actId="122"/>
          <ac:spMkLst>
            <pc:docMk/>
            <pc:sldMk cId="3727384445" sldId="260"/>
            <ac:spMk id="12" creationId="{F0EE1FA3-15A1-49F2-B2EE-015EBA467C55}"/>
          </ac:spMkLst>
        </pc:spChg>
        <pc:picChg chg="add mod">
          <ac:chgData name="Sameer Maharjan" userId="ced9fe0f602d84d1" providerId="LiveId" clId="{101A8C7B-A926-4E90-A6A0-ED66EE6D144A}" dt="2025-08-03T04:49:10.265" v="555" actId="1076"/>
          <ac:picMkLst>
            <pc:docMk/>
            <pc:sldMk cId="3727384445" sldId="260"/>
            <ac:picMk id="4" creationId="{4E4A4894-B0A0-4398-AFEA-967E3E954BDD}"/>
          </ac:picMkLst>
        </pc:picChg>
        <pc:picChg chg="add mod">
          <ac:chgData name="Sameer Maharjan" userId="ced9fe0f602d84d1" providerId="LiveId" clId="{101A8C7B-A926-4E90-A6A0-ED66EE6D144A}" dt="2025-08-03T04:50:13.399" v="584" actId="14100"/>
          <ac:picMkLst>
            <pc:docMk/>
            <pc:sldMk cId="3727384445" sldId="260"/>
            <ac:picMk id="6" creationId="{688A4FC6-8BD6-46B8-B98B-9E590BA6FF96}"/>
          </ac:picMkLst>
        </pc:picChg>
        <pc:picChg chg="del">
          <ac:chgData name="Sameer Maharjan" userId="ced9fe0f602d84d1" providerId="LiveId" clId="{101A8C7B-A926-4E90-A6A0-ED66EE6D144A}" dt="2025-08-03T04:48:52.078" v="551" actId="478"/>
          <ac:picMkLst>
            <pc:docMk/>
            <pc:sldMk cId="3727384445" sldId="260"/>
            <ac:picMk id="7" creationId="{C5E0C354-C483-456F-ABF3-832715D0C7BF}"/>
          </ac:picMkLst>
        </pc:picChg>
        <pc:picChg chg="del">
          <ac:chgData name="Sameer Maharjan" userId="ced9fe0f602d84d1" providerId="LiveId" clId="{101A8C7B-A926-4E90-A6A0-ED66EE6D144A}" dt="2025-08-03T04:49:27.541" v="572" actId="478"/>
          <ac:picMkLst>
            <pc:docMk/>
            <pc:sldMk cId="3727384445" sldId="260"/>
            <ac:picMk id="9" creationId="{03BC5BDD-9229-4BB0-A522-31E903B4AE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4480-13D1-4D4A-A674-FDD577484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56A0D-78E7-4FF6-A950-17DA484D5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EDB2-A248-4AFE-A634-65F0AA57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9BCD-8DEC-4DED-B58E-031D2F42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F9E93-FE3A-4470-853B-9E39E1FC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7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C100-427F-4934-9F1E-A6A453B7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6A86-5DDF-49C4-AECC-E4697E15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572D-48F2-4C11-8D60-7C4C96D8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02E04-CD9A-4E18-A420-D51F72DC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7B878-A944-4C00-B4EE-0340197A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4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1194-6E60-4548-B5BB-24DC3A7A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15148-4DEC-48B0-9205-36AB233FE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584F-6A0A-4FAA-BD75-A92D9D6C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F44A2-CFBF-4499-9B04-9E2E0F47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2790-69FB-4975-91B2-D0C033C3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2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A11F-4C5C-4864-83D8-81845E24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F3AE-CC79-4221-9640-9100EDCF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8F994-5F9F-4C7D-9B94-9C98ECD68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FDD51-6A32-470A-AFBF-3D0156B7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D5D1-D990-40DB-9F2F-E4BC8194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50AE8-CB23-4FA3-BABC-83B57DD8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7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48AF-6E24-4590-8F1D-CC39B266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88728-2ADB-4306-91FF-1A8482790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80CB4-CEB3-4295-8E55-BC76BD22E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AD114-73FF-4D6D-9174-6E1673F09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4CED0-3F2B-4B5F-BE9E-A28A996AC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76F4F-09BB-4AFF-A32B-6E728A1E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A4FC9-155C-491D-B1D3-7A6EE680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9D9AC-F0C1-4880-B7C3-A4D7A776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0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4FCB-B6B6-4BBA-BE82-96DD30F0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0DFF4-0BFF-4725-A334-8BC451F3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F518F-FCE0-4783-B16B-7098772A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9BD76-15C1-46C1-922F-638DCF11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2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22808-5CCD-4873-9457-B752D894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C1A7F-1C67-4ADA-A4B5-14E09AAD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2689F-A72C-4AB3-BFAE-186F2029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8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8A43-98C4-4723-B99A-4174E6AF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8289-C10B-4160-8946-F53CAB1BA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5010E-D302-4AB1-8F06-0D9C8CC39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6F35F-A669-488A-A3D6-2891CB94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E836D-E346-4051-8A60-1BFFDF67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02768-AA45-4F40-A32E-F52D0557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3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EE3-84C0-47C9-A0A7-50C7FC3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2AD354-3B24-431B-B55D-8A65DA618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80971-7E3A-4FEB-B68E-3A437314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44971-ADD8-45DC-8713-15D903F07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846B2-A521-43FD-B4BA-6DED90D3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78D9F-A806-4439-A18A-4739F7D0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017E-C7B9-4201-B218-CE936B86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66199-5A8D-4A23-BF52-7A3F8726F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5748D-5237-4EFA-8EDA-5120E435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EBCD7-58C9-47AC-A2A4-60B49401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A699-EFD4-41AA-936D-A63BC708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5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5F1D80-9E92-4242-B85A-DB6E0F320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D4EEE-DB52-48E0-9318-75FC76333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424B-019C-40AA-B11D-9B8E1F18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38A5-4ED5-4115-80A2-230960764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48678-816F-48EB-BAE4-9EAAA1F7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1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0023EF-7E90-486A-9ECE-FCD45A5A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C4A90-553C-4380-8890-062E19188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4AF8-44BC-45C1-A2F0-3E5108238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30553-9D26-42F4-90F8-0CBDD04CD1B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6D2E-4F01-4524-A9BA-AA7D28890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5F7C-0794-453D-A1D8-4129F2906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CE0F8-0210-4B37-8CF2-121E348FA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6B69-8A3C-4276-A01A-071B7DA3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E371E-B944-4D17-8EBF-C0988A1C84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1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4989-3E04-47C2-8EBE-ECDA110A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Normal Form (2NF)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0D68-8083-457B-B8A2-80C6D5F96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In 2NF there should not be partial dependency.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table first needs to be in 1NF.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/>
              <a:t> and </a:t>
            </a:r>
            <a:r>
              <a:rPr lang="en-US" sz="2400" dirty="0" err="1"/>
              <a:t>C_id</a:t>
            </a:r>
            <a:r>
              <a:rPr lang="en-US" sz="2400" dirty="0"/>
              <a:t> =composite primary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Course_Fee</a:t>
            </a:r>
            <a:r>
              <a:rPr lang="en-US" sz="2400" dirty="0"/>
              <a:t> = non primary attribute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15216-C403-4637-A8B4-405C12A09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036" y="3096576"/>
            <a:ext cx="5256764" cy="297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2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BD85-AA3F-4CAD-9202-200DA014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525186"/>
            <a:ext cx="10515600" cy="580762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E0C354-C483-456F-ABF3-832715D0C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35" y="1504127"/>
            <a:ext cx="3282324" cy="32595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C5BDD-9229-4BB0-A522-31E903B4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38" y="1504127"/>
            <a:ext cx="3282325" cy="3259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94311-FA00-42E5-80D3-C673EAE15419}"/>
              </a:ext>
            </a:extLst>
          </p:cNvPr>
          <p:cNvSpPr txBox="1"/>
          <p:nvPr/>
        </p:nvSpPr>
        <p:spPr>
          <a:xfrm>
            <a:off x="6648379" y="877236"/>
            <a:ext cx="361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Courses Table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EE1FA3-15A1-49F2-B2EE-015EBA467C55}"/>
              </a:ext>
            </a:extLst>
          </p:cNvPr>
          <p:cNvSpPr txBox="1"/>
          <p:nvPr/>
        </p:nvSpPr>
        <p:spPr>
          <a:xfrm>
            <a:off x="1025242" y="877236"/>
            <a:ext cx="51063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</a:t>
            </a:r>
            <a:r>
              <a:rPr lang="en-US" sz="2800" dirty="0" err="1"/>
              <a:t>Student_Course</a:t>
            </a:r>
            <a:r>
              <a:rPr lang="en-US" sz="2800" dirty="0"/>
              <a:t>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4989-3E04-47C2-8EBE-ECDA110A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Normal Form 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0D68-8083-457B-B8A2-80C6D5F96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In 3NF there should not be transitive dependency in the table.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table first needs to be in 2NF.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Example: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/>
              <a:t>  is a primary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  </a:t>
            </a:r>
            <a:r>
              <a:rPr lang="en-US" sz="2400" dirty="0" err="1"/>
              <a:t>S_id</a:t>
            </a:r>
            <a:r>
              <a:rPr lang="en-US" sz="2400" dirty="0">
                <a:sym typeface="Wingdings" panose="05000000000000000000" pitchFamily="2" charset="2"/>
              </a:rPr>
              <a:t>  </a:t>
            </a:r>
            <a:r>
              <a:rPr lang="en-US" sz="2400" dirty="0" err="1"/>
              <a:t>Zip_code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City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08B60-D5E5-4D3B-8DA9-58E7F8091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888" y="3271039"/>
            <a:ext cx="6875912" cy="259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3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4A4894-B0A0-4398-AFEA-967E3E954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86" y="1677455"/>
            <a:ext cx="4846160" cy="262704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94311-FA00-42E5-80D3-C673EAE15419}"/>
              </a:ext>
            </a:extLst>
          </p:cNvPr>
          <p:cNvSpPr txBox="1"/>
          <p:nvPr/>
        </p:nvSpPr>
        <p:spPr>
          <a:xfrm>
            <a:off x="6648379" y="963180"/>
            <a:ext cx="3091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 City Table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EE1FA3-15A1-49F2-B2EE-015EBA467C55}"/>
              </a:ext>
            </a:extLst>
          </p:cNvPr>
          <p:cNvSpPr txBox="1"/>
          <p:nvPr/>
        </p:nvSpPr>
        <p:spPr>
          <a:xfrm>
            <a:off x="781086" y="968316"/>
            <a:ext cx="47625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1. Student Table</a:t>
            </a:r>
          </a:p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A4FC6-8BD6-46B8-B98B-9E590BA6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379" y="1643804"/>
            <a:ext cx="3197986" cy="266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8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111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Second Normal Form (2NF)</vt:lpstr>
      <vt:lpstr>PowerPoint Presentation</vt:lpstr>
      <vt:lpstr>Third Normal Form (3NF)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Sameer Maharjan</dc:creator>
  <cp:lastModifiedBy>Sameer Maharjan</cp:lastModifiedBy>
  <cp:revision>4</cp:revision>
  <dcterms:created xsi:type="dcterms:W3CDTF">2025-07-31T01:38:13Z</dcterms:created>
  <dcterms:modified xsi:type="dcterms:W3CDTF">2025-08-03T04:50:35Z</dcterms:modified>
</cp:coreProperties>
</file>