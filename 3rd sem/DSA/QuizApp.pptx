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A8796-F17D-4902-8754-63B8CCA28A16}" v="39" dt="2025-04-25T04:11:19.112"/>
    <p1510:client id="{693CAD56-5B9E-427C-8B34-0FBBA67D0135}" v="129" dt="2025-04-25T04:09:54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6"/>
  </p:normalViewPr>
  <p:slideViewPr>
    <p:cSldViewPr snapToGrid="0">
      <p:cViewPr varScale="1">
        <p:scale>
          <a:sx n="94" d="100"/>
          <a:sy n="94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C0E2D-6990-D440-8C56-7E3045700ED0}" type="datetimeFigureOut">
              <a:rPr lang="en-NP" smtClean="0"/>
              <a:t>4/25/25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02886-3F88-984D-90A5-22E122A5DBBC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900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45B6-D385-05EA-A8F8-85E492687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DBF3A-DD60-3BFF-E550-C0C3AC37A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606BB-920D-20A4-274E-DEB939C8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C083-A1A6-FC40-A93E-6FAFFFA1E2B4}" type="datetime1">
              <a:rPr lang="en-US" smtClean="0"/>
              <a:t>4/25/25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AE870-9E7E-E4C1-7FBE-D51D183B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84768-540D-4FD9-C5B0-5DFEB0E0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0017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F2A9-9819-F3A5-41A0-5787DF41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89A6-3633-2846-D159-4734F6A2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58A5A-EB14-E8F6-9C5A-B8C9BE4C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6E418-DD69-694C-ABC6-CA9E62B4539F}" type="datetime1">
              <a:rPr lang="en-US" smtClean="0"/>
              <a:t>4/25/25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1269-2BFB-6CCD-94DD-7D227E88A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65AE9-9475-9B46-A4F7-681A76F8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1405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DDA3-EB30-0BC8-3D7B-AF720F4E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2F659-2DA2-8F2F-CD46-7FE58E644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C79DD-F5F1-4176-97ED-F96A0D41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B69C-5F05-F547-B6E8-4EFBC9B79B98}" type="datetime1">
              <a:rPr lang="en-US" smtClean="0"/>
              <a:t>4/25/25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F4742-D4A3-23A9-CDD0-B8B67F5C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B8017-FCCC-195F-49A8-CCD01D6C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0245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C7F2-AE0C-E401-F0DE-070B4260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35064-4438-C967-232F-E2BBC355C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317B3-6D65-BEA0-9FB9-8F841225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5B14F-2E86-73B2-5879-9701D351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EC44-F999-FD47-81AC-6A315A330D04}" type="datetime1">
              <a:rPr lang="en-US" smtClean="0"/>
              <a:t>4/25/25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AECE8-8F38-2427-E991-A495C311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0324C-478A-CE8E-1A8B-7EA9290A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735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FEB8-6D5A-4351-D19E-48D56D7B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79106-FEF1-9650-581D-9547C57D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D288C-5D1D-3597-61CA-DD07C24D3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50648-29B0-58EA-0653-1DF056B39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D531B-5E34-D5A7-7FB7-84B29D504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3393E-DD54-AE1E-8118-54C20660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335E8-C2FD-5544-8DAD-BFAB6852848F}" type="datetime1">
              <a:rPr lang="en-US" smtClean="0"/>
              <a:t>4/25/25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76CEC-9CA4-2730-E4F1-408B4610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E57EC-0287-8A36-A997-10700F6C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14731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8A09-CE8C-7DAB-6E70-363AC0B4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FA683-68DF-3C1C-1D23-CC27FD4A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1D67-27E5-F34D-B75C-708E6B5AA5F0}" type="datetime1">
              <a:rPr lang="en-US" smtClean="0"/>
              <a:t>4/25/25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4A725-56F2-8525-825F-C63AEA72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3037A-BBEE-7122-1D78-0F6E2AFF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3026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ACDD3-6DED-E823-1963-0930F3E2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2793-0020-BC4F-B8F8-0BC4C025F305}" type="datetime1">
              <a:rPr lang="en-US" smtClean="0"/>
              <a:t>4/25/25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C1060-F85E-B111-908C-D317D35D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9F3C8-196F-96D2-B705-D6F049985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5495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F3A2E-3D0E-8576-8DFE-4C467AD7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1B81-F837-0887-ED0E-7F746F92C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701A3-C684-287D-CFFF-90E7B624E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16D2-417A-3623-81BA-ADCB3A8C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D10C-5D3A-554E-9948-DD1D3E514734}" type="datetime1">
              <a:rPr lang="en-US" smtClean="0"/>
              <a:t>4/25/25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BDED5-9B6B-22AA-181F-0FE599285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04303-EC6F-4C08-B422-AA338E83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2921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A21B-0DD7-ADA8-E5A7-7DE4DFAA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2A481-4470-8434-EF56-834052FA1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ED2F5-3480-E4B1-7F93-A82EE9E78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1A78F-103C-1F4A-EBF3-958768B0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06919-BABF-9F4C-9B7F-58B7B3DFFD92}" type="datetime1">
              <a:rPr lang="en-US" smtClean="0"/>
              <a:t>4/25/25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AA62B-D67E-EDB3-4659-B0B0DD32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BAB0C-6555-32DB-DA09-06B7AE69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7813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544B-44A0-B446-43DA-3E497E75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62C51-0BE0-1969-F104-00162A386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163-2E5A-6A04-0C31-F897CEE0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B9CE6-9AE6-F449-8638-25DBC7283EF7}" type="datetime1">
              <a:rPr lang="en-US" smtClean="0"/>
              <a:t>4/25/25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BA98A-52BF-474D-916A-9BA13F5E1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3127-1A9A-649B-3A6E-00750CB0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9844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A755E-B1A1-9C00-1C83-0D2946732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50529-E2E7-3D58-990B-DDDDA44F4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EC299-8263-C568-25A8-56E9E629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36AE-C67C-814C-833F-0314A2CD0468}" type="datetime1">
              <a:rPr lang="en-US" smtClean="0"/>
              <a:t>4/25/25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E7290-15A2-64DE-FD6C-46E632D2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955D2-B276-F3E1-CA6D-0942B5A9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022174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5827-8234-E0A4-4657-E5831FA8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7A9E8-9867-CF94-1E9D-45F868DC4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44CB8-091D-EDAA-27C2-B9C54ABF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E3C77-599E-3046-B060-AA59B21F4711}" type="datetime1">
              <a:rPr lang="en-US" smtClean="0"/>
              <a:t>4/25/25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A325D-4B8B-9E95-12B3-BF6EE31B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481FE-E4C3-19D5-D80B-889B383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3804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F5905-F204-84D2-526F-727955E4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6D5F1-66BB-D1A0-CFAE-B7D3CF403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7BCEB-97F1-081F-69D0-D8B32333A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264CC-C3FD-8144-B472-62E02002848C}" type="datetime1">
              <a:rPr lang="en-US" smtClean="0"/>
              <a:t>4/25/25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B975B-5DB8-9834-827F-C3337AFEC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4AE73-93D8-100B-7C76-7AD489D4E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4C6B2-D9BE-8C48-8E82-761AFF5964C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3800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5B3E3-59B1-09EF-BD66-F43668547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/>
              <a:t>Quiz Game</a:t>
            </a:r>
            <a:endParaRPr lang="en-NP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432E3-0922-35F1-C430-4D4E5FCF2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Presented By: Siddhartha Shakya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02014-9360-01E8-C63B-1A2F07C0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1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4840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BA18A-7E03-6BF2-360E-2B1274AC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7F9AA-58ED-C41C-9EAE-AC9BDDF24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3745" y="2082994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The Quiz Game is a lightweight application designed for users to test their knowledge through interactive multiple-choice quizzes. It offers a simple interface and randomized questions for an engaging experience.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7846C-0734-3858-3FA0-2F9572BC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2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0227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A5887-995B-72B4-E257-7B72E4BBC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E4125-F961-9C2B-6F90-9A1477408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905" y="1995660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To provide an engaging platform for knowledge testing.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To ensure ease of use with a simple interface.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To enable learning through interactive quizzes.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To use data structure and algorithm for efficient data storage and management.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80176-449D-7A34-0FB6-E5D78245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513773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0127C-C13B-9724-F5C6-E0099CED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27357-F9EC-16AC-9801-9B07000FB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304" y="2370951"/>
            <a:ext cx="9849751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Java: Core programming language for development.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IDE: Apache NetBeans for code development and testing.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GUI: javax.swing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Data Structure: Stack for storing score history of users.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Algorithm: Selection Sort for sorting the users based on their scores.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640E1-A250-8DCE-82CE-B1AC340D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4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228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F474E-D705-AFBC-506E-AE11E673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F9B80-8D4A-0316-86F7-8F71404D6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User-friendly interface.</a:t>
            </a:r>
          </a:p>
          <a:p>
            <a:r>
              <a:rPr lang="en-US" sz="2400"/>
              <a:t>Randomized question order for each session.</a:t>
            </a:r>
          </a:p>
          <a:p>
            <a:r>
              <a:rPr lang="en-US" sz="2400"/>
              <a:t>Immediate score display upon quiz completion.</a:t>
            </a:r>
          </a:p>
          <a:p>
            <a:r>
              <a:rPr lang="en-US" sz="2400"/>
              <a:t>Can be replayed.</a:t>
            </a:r>
          </a:p>
          <a:p>
            <a:r>
              <a:rPr lang="en-US" sz="2400"/>
              <a:t>Data persistence (file handling).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43C56-2C48-777F-8A39-08A2C455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5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9376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0DE91-628C-982B-120C-43F1F0FAB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C25A8-7B7F-B430-0F92-2A2FFC3B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Limited question categories.</a:t>
            </a:r>
          </a:p>
          <a:p>
            <a:r>
              <a:rPr lang="en-US" sz="2400"/>
              <a:t>Correct answers aren’t displayed.</a:t>
            </a:r>
          </a:p>
          <a:p>
            <a:r>
              <a:rPr lang="en-US" sz="2400"/>
              <a:t>No admin module for question management.</a:t>
            </a:r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FB5C0-EEF2-46C5-D90F-25711D99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6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585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D4306-231F-0D7F-B6CF-D07F6822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0C5D-018E-5132-9413-23F07AB9B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2169258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The Quiz Game application achieves its goal of providing an interactive platform for users to test their knowledge. </a:t>
            </a:r>
            <a:r>
              <a:rPr lang="en-US" sz="2400" dirty="0"/>
              <a:t>Future iterations could incorporate more advanced features like multiplayer mode and score saving for a better user experience.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1888D-43D0-4AB2-E77A-D5E630C9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C6B2-D9BE-8C48-8E82-761AFF5964C0}" type="slidenum">
              <a:rPr lang="en-NP" smtClean="0"/>
              <a:t>7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48548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220</Words>
  <Application>Microsoft Macintosh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Quiz Game</vt:lpstr>
      <vt:lpstr>Introduction</vt:lpstr>
      <vt:lpstr>Objectives</vt:lpstr>
      <vt:lpstr>Technologies Used</vt:lpstr>
      <vt:lpstr>Features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Game</dc:title>
  <dc:creator>Microsoft Office User</dc:creator>
  <cp:lastModifiedBy>Microsoft Office User</cp:lastModifiedBy>
  <cp:revision>41</cp:revision>
  <dcterms:created xsi:type="dcterms:W3CDTF">2024-12-24T03:09:19Z</dcterms:created>
  <dcterms:modified xsi:type="dcterms:W3CDTF">2025-04-25T04:13:36Z</dcterms:modified>
</cp:coreProperties>
</file>