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libri" panose="020F0502020204030204" pitchFamily="34" charset="0"/>
      <p:regular r:id="rId10"/>
      <p:bold r:id="rId11"/>
      <p:italic r:id="rId12"/>
      <p:boldItalic r:id="rId13"/>
    </p:embeddedFont>
    <p:embeddedFont>
      <p:font typeface="TT Rounds Condensed" panose="02000506030000020003" pitchFamily="2" charset="77"/>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autoAdjust="0"/>
    <p:restoredTop sz="94637" autoAdjust="0"/>
  </p:normalViewPr>
  <p:slideViewPr>
    <p:cSldViewPr>
      <p:cViewPr varScale="1">
        <p:scale>
          <a:sx n="62" d="100"/>
          <a:sy n="62" d="100"/>
        </p:scale>
        <p:origin x="784"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EF97C3-2F0D-A04B-BA68-7ABC6BABC57C}" type="datetimeFigureOut">
              <a:rPr lang="en-NP" smtClean="0"/>
              <a:t>12/24/24</a:t>
            </a:fld>
            <a:endParaRPr lang="en-N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ADC77-42EF-DD4E-B6DA-2C377725B58E}" type="slidenum">
              <a:rPr lang="en-NP" smtClean="0"/>
              <a:t>‹#›</a:t>
            </a:fld>
            <a:endParaRPr lang="en-NP"/>
          </a:p>
        </p:txBody>
      </p:sp>
    </p:spTree>
    <p:extLst>
      <p:ext uri="{BB962C8B-B14F-4D97-AF65-F5344CB8AC3E}">
        <p14:creationId xmlns:p14="http://schemas.microsoft.com/office/powerpoint/2010/main" val="2671400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70C7B58-6CA4-7244-83C1-77BD870DB499}"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7ADDD2-1419-EF41-968E-54876B5F159F}"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FF1EBE-64B8-AC40-96DA-94F9D4DDE5E2}"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627411-69CE-CD4A-AEC8-06049D230D80}" type="datetime1">
              <a:rPr lang="en-US" smtClean="0"/>
              <a:t>12/24/24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C5F580C-C832-2149-8F73-1874C237EF0E}" type="datetime1">
              <a:rPr lang="en-US" smtClean="0"/>
              <a:t>12/24/24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5723A4F-7436-364B-A528-3190108CFB79}" type="datetime1">
              <a:rPr lang="en-US" smtClean="0"/>
              <a:t>12/24/24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7C61D4-526D-BE46-9BAC-DCA274B998F7}" type="datetime1">
              <a:rPr lang="en-US" smtClean="0"/>
              <a:t>12/24/24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31ABF0-19FE-B446-B6CC-A0A73A8B41A5}" type="datetime1">
              <a:rPr lang="en-US" smtClean="0"/>
              <a:t>12/24/24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BB12AD-7406-EB4E-BE5E-269BF39C2E95}" type="datetime1">
              <a:rPr lang="en-US" smtClean="0"/>
              <a:t>12/24/24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0AEB10-D8E0-6240-BAD1-A1786B7AA9C2}"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FECEEC-0539-F34E-92F9-4BFA114EA21F}" type="datetime1">
              <a:rPr lang="en-US" smtClean="0"/>
              <a:t>12/24/24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13D2CF-F4CB-E341-B8C7-1612F51F3E14}" type="datetime1">
              <a:rPr lang="en-US" smtClean="0"/>
              <a:t>12/24/24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92900" y="2705100"/>
            <a:ext cx="13313735" cy="5325494"/>
          </a:xfrm>
          <a:custGeom>
            <a:avLst/>
            <a:gdLst/>
            <a:ahLst/>
            <a:cxnLst/>
            <a:rect l="l" t="t" r="r" b="b"/>
            <a:pathLst>
              <a:path w="13313735" h="5325494">
                <a:moveTo>
                  <a:pt x="0" y="0"/>
                </a:moveTo>
                <a:lnTo>
                  <a:pt x="13313736" y="0"/>
                </a:lnTo>
                <a:lnTo>
                  <a:pt x="13313736" y="5325494"/>
                </a:lnTo>
                <a:lnTo>
                  <a:pt x="0" y="5325494"/>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992901" y="3906711"/>
            <a:ext cx="14302199" cy="2652172"/>
            <a:chOff x="0" y="238125"/>
            <a:chExt cx="19069598" cy="3536229"/>
          </a:xfrm>
        </p:grpSpPr>
        <p:sp>
          <p:nvSpPr>
            <p:cNvPr id="4" name="TextBox 4"/>
            <p:cNvSpPr txBox="1"/>
            <p:nvPr/>
          </p:nvSpPr>
          <p:spPr>
            <a:xfrm>
              <a:off x="0" y="238125"/>
              <a:ext cx="19069598" cy="2257028"/>
            </a:xfrm>
            <a:prstGeom prst="rect">
              <a:avLst/>
            </a:prstGeom>
          </p:spPr>
          <p:txBody>
            <a:bodyPr lIns="0" tIns="0" rIns="0" bIns="0" rtlCol="0" anchor="t">
              <a:spAutoFit/>
            </a:bodyPr>
            <a:lstStyle/>
            <a:p>
              <a:pPr marL="0" lvl="0" indent="0" algn="ctr">
                <a:lnSpc>
                  <a:spcPts val="13200"/>
                </a:lnSpc>
              </a:pPr>
              <a:r>
                <a:rPr lang="en-US" sz="13200" spc="-80" dirty="0">
                  <a:solidFill>
                    <a:schemeClr val="bg1"/>
                  </a:solidFill>
                  <a:latin typeface="TT Rounds Condensed"/>
                  <a:ea typeface="TT Rounds Condensed"/>
                  <a:cs typeface="TT Rounds Condensed"/>
                  <a:sym typeface="TT Rounds Condensed"/>
                </a:rPr>
                <a:t>Quiz Game</a:t>
              </a:r>
            </a:p>
          </p:txBody>
        </p:sp>
        <p:sp>
          <p:nvSpPr>
            <p:cNvPr id="5" name="TextBox 5"/>
            <p:cNvSpPr txBox="1"/>
            <p:nvPr/>
          </p:nvSpPr>
          <p:spPr>
            <a:xfrm>
              <a:off x="0" y="2915834"/>
              <a:ext cx="19069598" cy="858520"/>
            </a:xfrm>
            <a:prstGeom prst="rect">
              <a:avLst/>
            </a:prstGeom>
          </p:spPr>
          <p:txBody>
            <a:bodyPr lIns="0" tIns="0" rIns="0" bIns="0" rtlCol="0" anchor="t">
              <a:spAutoFit/>
            </a:bodyPr>
            <a:lstStyle/>
            <a:p>
              <a:pPr marL="0" lvl="0" indent="0" algn="ctr">
                <a:lnSpc>
                  <a:spcPts val="5459"/>
                </a:lnSpc>
                <a:spcBef>
                  <a:spcPct val="0"/>
                </a:spcBef>
              </a:pPr>
              <a:r>
                <a:rPr lang="en-US" sz="3899" u="none" spc="36">
                  <a:solidFill>
                    <a:srgbClr val="000000"/>
                  </a:solidFill>
                  <a:latin typeface="TT Rounds Condensed"/>
                  <a:ea typeface="TT Rounds Condensed"/>
                  <a:cs typeface="TT Rounds Condensed"/>
                  <a:sym typeface="TT Rounds Condensed"/>
                </a:rPr>
                <a:t>Presented By: Siddhartha Shakya</a:t>
              </a:r>
            </a:p>
          </p:txBody>
        </p:sp>
      </p:grpSp>
      <p:sp>
        <p:nvSpPr>
          <p:cNvPr id="6" name="Slide Number Placeholder 5">
            <a:extLst>
              <a:ext uri="{FF2B5EF4-FFF2-40B4-BE49-F238E27FC236}">
                <a16:creationId xmlns:a16="http://schemas.microsoft.com/office/drawing/2014/main" id="{6BE3DDDA-9634-FD4E-A1B5-64B10BD003ED}"/>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7" name="TextBox 6">
            <a:extLst>
              <a:ext uri="{FF2B5EF4-FFF2-40B4-BE49-F238E27FC236}">
                <a16:creationId xmlns:a16="http://schemas.microsoft.com/office/drawing/2014/main" id="{424E6C8E-D771-E569-2210-E3C2F98F53CC}"/>
              </a:ext>
            </a:extLst>
          </p:cNvPr>
          <p:cNvSpPr txBox="1"/>
          <p:nvPr/>
        </p:nvSpPr>
        <p:spPr>
          <a:xfrm>
            <a:off x="16895618" y="9206345"/>
            <a:ext cx="393056" cy="584775"/>
          </a:xfrm>
          <a:prstGeom prst="rect">
            <a:avLst/>
          </a:prstGeom>
          <a:noFill/>
        </p:spPr>
        <p:txBody>
          <a:bodyPr wrap="none" rtlCol="0">
            <a:spAutoFit/>
          </a:bodyPr>
          <a:lstStyle/>
          <a:p>
            <a:r>
              <a:rPr lang="en-NP" sz="3200" dirty="0"/>
              <a:t>1</a:t>
            </a:r>
            <a:endParaRPr lang="en-NP"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6193" y="3379437"/>
            <a:ext cx="12741423" cy="3528126"/>
            <a:chOff x="0" y="0"/>
            <a:chExt cx="16988563" cy="4704168"/>
          </a:xfrm>
        </p:grpSpPr>
        <p:sp>
          <p:nvSpPr>
            <p:cNvPr id="3" name="TextBox 3"/>
            <p:cNvSpPr txBox="1"/>
            <p:nvPr/>
          </p:nvSpPr>
          <p:spPr>
            <a:xfrm>
              <a:off x="0" y="2760646"/>
              <a:ext cx="16988563" cy="1943523"/>
            </a:xfrm>
            <a:prstGeom prst="rect">
              <a:avLst/>
            </a:prstGeom>
          </p:spPr>
          <p:txBody>
            <a:bodyPr lIns="0" tIns="0" rIns="0" bIns="0" rtlCol="0" anchor="t">
              <a:spAutoFit/>
            </a:bodyPr>
            <a:lstStyle/>
            <a:p>
              <a:pPr marL="0" lvl="0" indent="0" algn="l">
                <a:lnSpc>
                  <a:spcPts val="3920"/>
                </a:lnSpc>
                <a:spcBef>
                  <a:spcPct val="0"/>
                </a:spcBef>
              </a:pPr>
              <a:r>
                <a:rPr lang="en-US" sz="2800" spc="26">
                  <a:solidFill>
                    <a:srgbClr val="000000"/>
                  </a:solidFill>
                  <a:latin typeface="TT Rounds Condensed"/>
                  <a:ea typeface="TT Rounds Condensed"/>
                  <a:cs typeface="TT Rounds Condensed"/>
                  <a:sym typeface="TT Rounds Condensed"/>
                </a:rPr>
                <a:t>The Quiz Game is a lightweight application designed for users to test their knowledge through interactive multiple-choice quizzes. It offers a simple interface and randomized questions for an engaging experience.</a:t>
              </a:r>
            </a:p>
          </p:txBody>
        </p:sp>
        <p:sp>
          <p:nvSpPr>
            <p:cNvPr id="4" name="TextBox 4"/>
            <p:cNvSpPr txBox="1"/>
            <p:nvPr/>
          </p:nvSpPr>
          <p:spPr>
            <a:xfrm>
              <a:off x="0" y="180975"/>
              <a:ext cx="16988563" cy="1740957"/>
            </a:xfrm>
            <a:prstGeom prst="rect">
              <a:avLst/>
            </a:prstGeom>
          </p:spPr>
          <p:txBody>
            <a:bodyPr lIns="0" tIns="0" rIns="0" bIns="0" rtlCol="0" anchor="t">
              <a:spAutoFit/>
            </a:bodyPr>
            <a:lstStyle/>
            <a:p>
              <a:pPr marL="0" lvl="0" indent="0" algn="l">
                <a:lnSpc>
                  <a:spcPts val="9499"/>
                </a:lnSpc>
              </a:pPr>
              <a:r>
                <a:rPr lang="en-US" sz="9499" spc="-57">
                  <a:solidFill>
                    <a:srgbClr val="000000"/>
                  </a:solidFill>
                  <a:latin typeface="TT Rounds Condensed"/>
                  <a:ea typeface="TT Rounds Condensed"/>
                  <a:cs typeface="TT Rounds Condensed"/>
                  <a:sym typeface="TT Rounds Condensed"/>
                </a:rPr>
                <a:t>Introduction</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Slide Number Placeholder 5">
            <a:extLst>
              <a:ext uri="{FF2B5EF4-FFF2-40B4-BE49-F238E27FC236}">
                <a16:creationId xmlns:a16="http://schemas.microsoft.com/office/drawing/2014/main" id="{FCC173BC-4A55-0E71-1384-39380C4CF00B}"/>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7" name="TextBox 6">
            <a:extLst>
              <a:ext uri="{FF2B5EF4-FFF2-40B4-BE49-F238E27FC236}">
                <a16:creationId xmlns:a16="http://schemas.microsoft.com/office/drawing/2014/main" id="{09D7A76A-E915-AA45-B605-7FAA470F7919}"/>
              </a:ext>
            </a:extLst>
          </p:cNvPr>
          <p:cNvSpPr txBox="1"/>
          <p:nvPr/>
        </p:nvSpPr>
        <p:spPr>
          <a:xfrm>
            <a:off x="17207345" y="9497291"/>
            <a:ext cx="393056" cy="584775"/>
          </a:xfrm>
          <a:prstGeom prst="rect">
            <a:avLst/>
          </a:prstGeom>
          <a:noFill/>
        </p:spPr>
        <p:txBody>
          <a:bodyPr wrap="none" rtlCol="0">
            <a:spAutoFit/>
          </a:bodyPr>
          <a:lstStyle/>
          <a:p>
            <a:r>
              <a:rPr lang="en-NP" sz="3200" dirty="0"/>
              <a:t>2</a:t>
            </a:r>
            <a:endParaRPr lang="en-NP"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10699" y="2192684"/>
            <a:ext cx="8022194" cy="1181102"/>
          </a:xfrm>
          <a:prstGeom prst="rect">
            <a:avLst/>
          </a:prstGeom>
        </p:spPr>
        <p:txBody>
          <a:bodyPr lIns="0" tIns="0" rIns="0" bIns="0" rtlCol="0" anchor="t">
            <a:spAutoFit/>
          </a:bodyPr>
          <a:lstStyle/>
          <a:p>
            <a:pPr marL="0" lvl="0" indent="0" algn="l">
              <a:lnSpc>
                <a:spcPts val="8925"/>
              </a:lnSpc>
            </a:pPr>
            <a:r>
              <a:rPr lang="en-US" sz="8500" spc="-51">
                <a:solidFill>
                  <a:srgbClr val="000000"/>
                </a:solidFill>
                <a:latin typeface="TT Rounds Condensed"/>
                <a:ea typeface="TT Rounds Condensed"/>
                <a:cs typeface="TT Rounds Condensed"/>
                <a:sym typeface="TT Rounds Condensed"/>
              </a:rPr>
              <a:t>Objectives</a:t>
            </a:r>
          </a:p>
        </p:txBody>
      </p:sp>
      <p:sp>
        <p:nvSpPr>
          <p:cNvPr id="3" name="TextBox 3"/>
          <p:cNvSpPr txBox="1"/>
          <p:nvPr/>
        </p:nvSpPr>
        <p:spPr>
          <a:xfrm>
            <a:off x="2210699" y="4719291"/>
            <a:ext cx="13866603" cy="1736725"/>
          </a:xfrm>
          <a:prstGeom prst="rect">
            <a:avLst/>
          </a:prstGeom>
        </p:spPr>
        <p:txBody>
          <a:bodyPr lIns="0" tIns="0" rIns="0" bIns="0" rtlCol="0" anchor="t">
            <a:spAutoFit/>
          </a:bodyPr>
          <a:lstStyle/>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Provide an engaging platform for knowledge testing.</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Ensure ease of use with a simple interface.</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Enable learning through interactive quizzes.</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Offer lightweight functionality without server dependencies.</a:t>
            </a:r>
          </a:p>
        </p:txBody>
      </p:sp>
      <p:sp>
        <p:nvSpPr>
          <p:cNvPr id="4" name="AutoShape 4"/>
          <p:cNvSpPr/>
          <p:nvPr/>
        </p:nvSpPr>
        <p:spPr>
          <a:xfrm>
            <a:off x="2210699" y="4069111"/>
            <a:ext cx="13844095" cy="0"/>
          </a:xfrm>
          <a:prstGeom prst="line">
            <a:avLst/>
          </a:prstGeom>
          <a:ln w="38100" cap="flat">
            <a:solidFill>
              <a:srgbClr val="000000"/>
            </a:solidFill>
            <a:prstDash val="solid"/>
            <a:headEnd type="none" w="sm" len="sm"/>
            <a:tailEnd type="none" w="sm" len="sm"/>
          </a:ln>
        </p:spPr>
      </p:sp>
      <p:sp>
        <p:nvSpPr>
          <p:cNvPr id="5" name="Slide Number Placeholder 4">
            <a:extLst>
              <a:ext uri="{FF2B5EF4-FFF2-40B4-BE49-F238E27FC236}">
                <a16:creationId xmlns:a16="http://schemas.microsoft.com/office/drawing/2014/main" id="{5AA6DF9B-9EFC-8034-D99C-F4581F3C0B3E}"/>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6" name="TextBox 5">
            <a:extLst>
              <a:ext uri="{FF2B5EF4-FFF2-40B4-BE49-F238E27FC236}">
                <a16:creationId xmlns:a16="http://schemas.microsoft.com/office/drawing/2014/main" id="{CF2EA0A5-2003-8288-CC84-7772C5A01EA1}"/>
              </a:ext>
            </a:extLst>
          </p:cNvPr>
          <p:cNvSpPr txBox="1"/>
          <p:nvPr/>
        </p:nvSpPr>
        <p:spPr>
          <a:xfrm>
            <a:off x="17449800" y="9334500"/>
            <a:ext cx="393056" cy="584775"/>
          </a:xfrm>
          <a:prstGeom prst="rect">
            <a:avLst/>
          </a:prstGeom>
          <a:noFill/>
        </p:spPr>
        <p:txBody>
          <a:bodyPr wrap="none" rtlCol="0">
            <a:spAutoFit/>
          </a:bodyPr>
          <a:lstStyle/>
          <a:p>
            <a:r>
              <a:rPr lang="en-NP" sz="3200" dirty="0"/>
              <a:t>3</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10699" y="2299712"/>
            <a:ext cx="8022194" cy="938471"/>
          </a:xfrm>
          <a:prstGeom prst="rect">
            <a:avLst/>
          </a:prstGeom>
        </p:spPr>
        <p:txBody>
          <a:bodyPr lIns="0" tIns="0" rIns="0" bIns="0" rtlCol="0" anchor="t">
            <a:spAutoFit/>
          </a:bodyPr>
          <a:lstStyle/>
          <a:p>
            <a:pPr marL="0" lvl="0" indent="0" algn="l">
              <a:lnSpc>
                <a:spcPts val="7101"/>
              </a:lnSpc>
            </a:pPr>
            <a:r>
              <a:rPr lang="en-US" sz="6763" spc="-41">
                <a:solidFill>
                  <a:srgbClr val="000000"/>
                </a:solidFill>
                <a:latin typeface="TT Rounds Condensed"/>
                <a:ea typeface="TT Rounds Condensed"/>
                <a:cs typeface="TT Rounds Condensed"/>
                <a:sym typeface="TT Rounds Condensed"/>
              </a:rPr>
              <a:t>Technologies Used</a:t>
            </a:r>
          </a:p>
        </p:txBody>
      </p:sp>
      <p:sp>
        <p:nvSpPr>
          <p:cNvPr id="3" name="TextBox 3"/>
          <p:cNvSpPr txBox="1"/>
          <p:nvPr/>
        </p:nvSpPr>
        <p:spPr>
          <a:xfrm>
            <a:off x="2210699" y="4719291"/>
            <a:ext cx="13866603" cy="1298575"/>
          </a:xfrm>
          <a:prstGeom prst="rect">
            <a:avLst/>
          </a:prstGeom>
        </p:spPr>
        <p:txBody>
          <a:bodyPr lIns="0" tIns="0" rIns="0" bIns="0" rtlCol="0" anchor="t">
            <a:spAutoFit/>
          </a:bodyPr>
          <a:lstStyle/>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Java: Core programming language for development.</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IDE: Apache NetBeans for code development and testing.</a:t>
            </a:r>
          </a:p>
          <a:p>
            <a:pPr marL="539749" lvl="1" indent="-269875" algn="l">
              <a:lnSpc>
                <a:spcPts val="3499"/>
              </a:lnSpc>
              <a:buFont typeface="Arial"/>
              <a:buChar char="•"/>
            </a:pPr>
            <a:r>
              <a:rPr lang="en-US" sz="2499" spc="23">
                <a:solidFill>
                  <a:srgbClr val="000000"/>
                </a:solidFill>
                <a:latin typeface="TT Rounds Condensed"/>
                <a:ea typeface="TT Rounds Condensed"/>
                <a:cs typeface="TT Rounds Condensed"/>
                <a:sym typeface="TT Rounds Condensed"/>
              </a:rPr>
              <a:t>GUI: javax.swing</a:t>
            </a:r>
          </a:p>
        </p:txBody>
      </p:sp>
      <p:sp>
        <p:nvSpPr>
          <p:cNvPr id="4" name="AutoShape 4"/>
          <p:cNvSpPr/>
          <p:nvPr/>
        </p:nvSpPr>
        <p:spPr>
          <a:xfrm>
            <a:off x="2210699" y="4069111"/>
            <a:ext cx="13844095" cy="0"/>
          </a:xfrm>
          <a:prstGeom prst="line">
            <a:avLst/>
          </a:prstGeom>
          <a:ln w="38100" cap="flat">
            <a:solidFill>
              <a:srgbClr val="000000"/>
            </a:solidFill>
            <a:prstDash val="solid"/>
            <a:headEnd type="none" w="sm" len="sm"/>
            <a:tailEnd type="none" w="sm" len="sm"/>
          </a:ln>
        </p:spPr>
      </p:sp>
      <p:sp>
        <p:nvSpPr>
          <p:cNvPr id="5" name="Slide Number Placeholder 4">
            <a:extLst>
              <a:ext uri="{FF2B5EF4-FFF2-40B4-BE49-F238E27FC236}">
                <a16:creationId xmlns:a16="http://schemas.microsoft.com/office/drawing/2014/main" id="{AEFA5400-5193-0008-FC59-BFF7FFD7A19F}"/>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6" name="TextBox 5">
            <a:extLst>
              <a:ext uri="{FF2B5EF4-FFF2-40B4-BE49-F238E27FC236}">
                <a16:creationId xmlns:a16="http://schemas.microsoft.com/office/drawing/2014/main" id="{2BB248B8-C73C-74B7-C630-7D9972608D42}"/>
              </a:ext>
            </a:extLst>
          </p:cNvPr>
          <p:cNvSpPr txBox="1"/>
          <p:nvPr/>
        </p:nvSpPr>
        <p:spPr>
          <a:xfrm>
            <a:off x="17539855" y="9684327"/>
            <a:ext cx="393056" cy="584775"/>
          </a:xfrm>
          <a:prstGeom prst="rect">
            <a:avLst/>
          </a:prstGeom>
          <a:noFill/>
        </p:spPr>
        <p:txBody>
          <a:bodyPr wrap="none" rtlCol="0">
            <a:spAutoFit/>
          </a:bodyPr>
          <a:lstStyle/>
          <a:p>
            <a:r>
              <a:rPr lang="en-NP" sz="3200" dirty="0"/>
              <a:t>4</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2556984"/>
            <a:ext cx="18288000" cy="1532033"/>
          </a:xfrm>
          <a:prstGeom prst="rect">
            <a:avLst/>
          </a:prstGeom>
          <a:solidFill>
            <a:srgbClr val="FFFFFF"/>
          </a:solidFill>
        </p:spPr>
      </p:sp>
      <p:sp>
        <p:nvSpPr>
          <p:cNvPr id="3" name="AutoShape 3"/>
          <p:cNvSpPr/>
          <p:nvPr/>
        </p:nvSpPr>
        <p:spPr>
          <a:xfrm>
            <a:off x="0" y="4158867"/>
            <a:ext cx="18288000" cy="1532033"/>
          </a:xfrm>
          <a:prstGeom prst="rect">
            <a:avLst/>
          </a:prstGeom>
          <a:solidFill>
            <a:srgbClr val="FFFFFF"/>
          </a:solidFill>
        </p:spPr>
      </p:sp>
      <p:sp>
        <p:nvSpPr>
          <p:cNvPr id="4" name="AutoShape 4"/>
          <p:cNvSpPr/>
          <p:nvPr/>
        </p:nvSpPr>
        <p:spPr>
          <a:xfrm>
            <a:off x="0" y="5690901"/>
            <a:ext cx="18288000" cy="1532033"/>
          </a:xfrm>
          <a:prstGeom prst="rect">
            <a:avLst/>
          </a:prstGeom>
          <a:solidFill>
            <a:srgbClr val="FFFFFF"/>
          </a:solidFill>
        </p:spPr>
      </p:sp>
      <p:sp>
        <p:nvSpPr>
          <p:cNvPr id="5" name="AutoShape 5"/>
          <p:cNvSpPr/>
          <p:nvPr/>
        </p:nvSpPr>
        <p:spPr>
          <a:xfrm>
            <a:off x="0" y="7222934"/>
            <a:ext cx="18288000" cy="1532033"/>
          </a:xfrm>
          <a:prstGeom prst="rect">
            <a:avLst/>
          </a:prstGeom>
          <a:solidFill>
            <a:srgbClr val="FFFFFF"/>
          </a:solidFill>
        </p:spPr>
      </p:sp>
      <p:sp>
        <p:nvSpPr>
          <p:cNvPr id="6" name="AutoShape 6"/>
          <p:cNvSpPr/>
          <p:nvPr/>
        </p:nvSpPr>
        <p:spPr>
          <a:xfrm>
            <a:off x="0" y="8441713"/>
            <a:ext cx="18288000" cy="1532033"/>
          </a:xfrm>
          <a:prstGeom prst="rect">
            <a:avLst/>
          </a:prstGeom>
          <a:solidFill>
            <a:srgbClr val="FFFFFF"/>
          </a:solidFill>
        </p:spPr>
        <p:txBody>
          <a:bodyPr/>
          <a:lstStyle/>
          <a:p>
            <a:endParaRPr lang="en-NP" dirty="0"/>
          </a:p>
        </p:txBody>
      </p:sp>
      <p:sp>
        <p:nvSpPr>
          <p:cNvPr id="7" name="Freeform 7"/>
          <p:cNvSpPr/>
          <p:nvPr/>
        </p:nvSpPr>
        <p:spPr>
          <a:xfrm>
            <a:off x="1028700" y="2892272"/>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8700" y="803106"/>
            <a:ext cx="16230600" cy="1057275"/>
          </a:xfrm>
          <a:prstGeom prst="rect">
            <a:avLst/>
          </a:prstGeom>
        </p:spPr>
        <p:txBody>
          <a:bodyPr lIns="0" tIns="0" rIns="0" bIns="0" rtlCol="0" anchor="t">
            <a:spAutoFit/>
          </a:bodyPr>
          <a:lstStyle/>
          <a:p>
            <a:pPr marL="0" lvl="0" indent="0" algn="ctr">
              <a:lnSpc>
                <a:spcPts val="8399"/>
              </a:lnSpc>
            </a:pPr>
            <a:r>
              <a:rPr lang="en-US" sz="6999" spc="-42">
                <a:solidFill>
                  <a:srgbClr val="000000"/>
                </a:solidFill>
                <a:latin typeface="TT Rounds Condensed"/>
                <a:ea typeface="TT Rounds Condensed"/>
                <a:cs typeface="TT Rounds Condensed"/>
                <a:sym typeface="TT Rounds Condensed"/>
              </a:rPr>
              <a:t>Features</a:t>
            </a:r>
          </a:p>
        </p:txBody>
      </p:sp>
      <p:sp>
        <p:nvSpPr>
          <p:cNvPr id="9" name="TextBox 9"/>
          <p:cNvSpPr txBox="1"/>
          <p:nvPr/>
        </p:nvSpPr>
        <p:spPr>
          <a:xfrm>
            <a:off x="3319510" y="3148376"/>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dirty="0">
                <a:solidFill>
                  <a:srgbClr val="000000"/>
                </a:solidFill>
                <a:latin typeface="TT Rounds Condensed"/>
                <a:ea typeface="TT Rounds Condensed"/>
                <a:cs typeface="TT Rounds Condensed"/>
                <a:sym typeface="TT Rounds Condensed"/>
              </a:rPr>
              <a:t>User-friendly interface.</a:t>
            </a:r>
          </a:p>
        </p:txBody>
      </p:sp>
      <p:sp>
        <p:nvSpPr>
          <p:cNvPr id="10" name="TextBox 10"/>
          <p:cNvSpPr txBox="1"/>
          <p:nvPr/>
        </p:nvSpPr>
        <p:spPr>
          <a:xfrm>
            <a:off x="1290982" y="3135676"/>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1</a:t>
            </a:r>
          </a:p>
        </p:txBody>
      </p:sp>
      <p:sp>
        <p:nvSpPr>
          <p:cNvPr id="11" name="TextBox 11"/>
          <p:cNvSpPr txBox="1"/>
          <p:nvPr/>
        </p:nvSpPr>
        <p:spPr>
          <a:xfrm>
            <a:off x="3319510" y="4680409"/>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a:solidFill>
                  <a:srgbClr val="000000"/>
                </a:solidFill>
                <a:latin typeface="TT Rounds Condensed"/>
                <a:ea typeface="TT Rounds Condensed"/>
                <a:cs typeface="TT Rounds Condensed"/>
                <a:sym typeface="TT Rounds Condensed"/>
              </a:rPr>
              <a:t>Randomized question order for each session.</a:t>
            </a:r>
          </a:p>
        </p:txBody>
      </p:sp>
      <p:sp>
        <p:nvSpPr>
          <p:cNvPr id="12" name="Freeform 12"/>
          <p:cNvSpPr/>
          <p:nvPr/>
        </p:nvSpPr>
        <p:spPr>
          <a:xfrm>
            <a:off x="1028700" y="4424305"/>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277739" y="4667709"/>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2</a:t>
            </a:r>
          </a:p>
        </p:txBody>
      </p:sp>
      <p:sp>
        <p:nvSpPr>
          <p:cNvPr id="14" name="TextBox 14"/>
          <p:cNvSpPr txBox="1"/>
          <p:nvPr/>
        </p:nvSpPr>
        <p:spPr>
          <a:xfrm>
            <a:off x="3319510" y="6212442"/>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a:solidFill>
                  <a:srgbClr val="000000"/>
                </a:solidFill>
                <a:latin typeface="TT Rounds Condensed"/>
                <a:ea typeface="TT Rounds Condensed"/>
                <a:cs typeface="TT Rounds Condensed"/>
                <a:sym typeface="TT Rounds Condensed"/>
              </a:rPr>
              <a:t>Immediate score display upon quiz completion.</a:t>
            </a:r>
          </a:p>
        </p:txBody>
      </p:sp>
      <p:sp>
        <p:nvSpPr>
          <p:cNvPr id="15" name="Freeform 15"/>
          <p:cNvSpPr/>
          <p:nvPr/>
        </p:nvSpPr>
        <p:spPr>
          <a:xfrm>
            <a:off x="1015456" y="5956338"/>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1277739" y="6199742"/>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3</a:t>
            </a:r>
          </a:p>
        </p:txBody>
      </p:sp>
      <p:sp>
        <p:nvSpPr>
          <p:cNvPr id="17" name="TextBox 17"/>
          <p:cNvSpPr txBox="1"/>
          <p:nvPr/>
        </p:nvSpPr>
        <p:spPr>
          <a:xfrm>
            <a:off x="3319510" y="7744475"/>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a:solidFill>
                  <a:srgbClr val="000000"/>
                </a:solidFill>
                <a:latin typeface="TT Rounds Condensed"/>
                <a:ea typeface="TT Rounds Condensed"/>
                <a:cs typeface="TT Rounds Condensed"/>
                <a:sym typeface="TT Rounds Condensed"/>
              </a:rPr>
              <a:t>Can be replayed.</a:t>
            </a:r>
          </a:p>
        </p:txBody>
      </p:sp>
      <p:sp>
        <p:nvSpPr>
          <p:cNvPr id="18" name="Freeform 18"/>
          <p:cNvSpPr/>
          <p:nvPr/>
        </p:nvSpPr>
        <p:spPr>
          <a:xfrm>
            <a:off x="1028700" y="7488371"/>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1277739" y="7731775"/>
            <a:ext cx="476593" cy="514350"/>
          </a:xfrm>
          <a:prstGeom prst="rect">
            <a:avLst/>
          </a:prstGeom>
        </p:spPr>
        <p:txBody>
          <a:bodyPr lIns="0" tIns="0" rIns="0" bIns="0" rtlCol="0" anchor="t">
            <a:spAutoFit/>
          </a:bodyPr>
          <a:lstStyle/>
          <a:p>
            <a:pPr algn="ctr">
              <a:lnSpc>
                <a:spcPts val="4079"/>
              </a:lnSpc>
            </a:pPr>
            <a:r>
              <a:rPr lang="en-US" sz="3399" spc="-20">
                <a:solidFill>
                  <a:srgbClr val="000000"/>
                </a:solidFill>
                <a:latin typeface="TT Rounds Condensed"/>
                <a:ea typeface="TT Rounds Condensed"/>
                <a:cs typeface="TT Rounds Condensed"/>
                <a:sym typeface="TT Rounds Condensed"/>
              </a:rPr>
              <a:t>4</a:t>
            </a:r>
          </a:p>
        </p:txBody>
      </p:sp>
      <p:sp>
        <p:nvSpPr>
          <p:cNvPr id="20" name="TextBox 20"/>
          <p:cNvSpPr txBox="1"/>
          <p:nvPr/>
        </p:nvSpPr>
        <p:spPr>
          <a:xfrm>
            <a:off x="3319509" y="9020405"/>
            <a:ext cx="11492801" cy="431800"/>
          </a:xfrm>
          <a:prstGeom prst="rect">
            <a:avLst/>
          </a:prstGeom>
        </p:spPr>
        <p:txBody>
          <a:bodyPr lIns="0" tIns="0" rIns="0" bIns="0" rtlCol="0" anchor="t">
            <a:spAutoFit/>
          </a:bodyPr>
          <a:lstStyle/>
          <a:p>
            <a:pPr marL="0" lvl="0" indent="0" algn="l">
              <a:lnSpc>
                <a:spcPts val="3500"/>
              </a:lnSpc>
              <a:spcBef>
                <a:spcPct val="0"/>
              </a:spcBef>
            </a:pPr>
            <a:r>
              <a:rPr lang="en-US" sz="2500" u="none" spc="23" dirty="0">
                <a:solidFill>
                  <a:srgbClr val="000000"/>
                </a:solidFill>
                <a:latin typeface="TT Rounds Condensed"/>
                <a:ea typeface="TT Rounds Condensed"/>
                <a:cs typeface="TT Rounds Condensed"/>
                <a:sym typeface="TT Rounds Condensed"/>
              </a:rPr>
              <a:t>Lightweight and does not require server hosting.</a:t>
            </a:r>
          </a:p>
        </p:txBody>
      </p:sp>
      <p:sp>
        <p:nvSpPr>
          <p:cNvPr id="21" name="Freeform 21"/>
          <p:cNvSpPr/>
          <p:nvPr/>
        </p:nvSpPr>
        <p:spPr>
          <a:xfrm>
            <a:off x="1015456" y="8707150"/>
            <a:ext cx="1001158" cy="1001158"/>
          </a:xfrm>
          <a:custGeom>
            <a:avLst/>
            <a:gdLst/>
            <a:ahLst/>
            <a:cxnLst/>
            <a:rect l="l" t="t" r="r" b="b"/>
            <a:pathLst>
              <a:path w="1001158" h="1001158">
                <a:moveTo>
                  <a:pt x="0" y="0"/>
                </a:moveTo>
                <a:lnTo>
                  <a:pt x="1001158" y="0"/>
                </a:lnTo>
                <a:lnTo>
                  <a:pt x="1001158" y="1001157"/>
                </a:lnTo>
                <a:lnTo>
                  <a:pt x="0" y="10011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TextBox 22"/>
          <p:cNvSpPr txBox="1"/>
          <p:nvPr/>
        </p:nvSpPr>
        <p:spPr>
          <a:xfrm>
            <a:off x="1277738" y="8972588"/>
            <a:ext cx="476593" cy="514350"/>
          </a:xfrm>
          <a:prstGeom prst="rect">
            <a:avLst/>
          </a:prstGeom>
        </p:spPr>
        <p:txBody>
          <a:bodyPr lIns="0" tIns="0" rIns="0" bIns="0" rtlCol="0" anchor="t">
            <a:spAutoFit/>
          </a:bodyPr>
          <a:lstStyle/>
          <a:p>
            <a:pPr algn="ctr">
              <a:lnSpc>
                <a:spcPts val="4079"/>
              </a:lnSpc>
            </a:pPr>
            <a:r>
              <a:rPr lang="en-US" sz="3399" spc="-20" dirty="0">
                <a:solidFill>
                  <a:srgbClr val="000000"/>
                </a:solidFill>
                <a:latin typeface="TT Rounds Condensed"/>
                <a:ea typeface="TT Rounds Condensed"/>
                <a:cs typeface="TT Rounds Condensed"/>
                <a:sym typeface="TT Rounds Condensed"/>
              </a:rPr>
              <a:t>5</a:t>
            </a:r>
          </a:p>
        </p:txBody>
      </p:sp>
      <p:sp>
        <p:nvSpPr>
          <p:cNvPr id="23" name="Slide Number Placeholder 22">
            <a:extLst>
              <a:ext uri="{FF2B5EF4-FFF2-40B4-BE49-F238E27FC236}">
                <a16:creationId xmlns:a16="http://schemas.microsoft.com/office/drawing/2014/main" id="{05D23940-FE42-3D5E-0A9E-066FE02E4D7B}"/>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24" name="TextBox 23">
            <a:extLst>
              <a:ext uri="{FF2B5EF4-FFF2-40B4-BE49-F238E27FC236}">
                <a16:creationId xmlns:a16="http://schemas.microsoft.com/office/drawing/2014/main" id="{6E36B333-3DF5-B200-0BCB-06BAC2B706C1}"/>
              </a:ext>
            </a:extLst>
          </p:cNvPr>
          <p:cNvSpPr txBox="1"/>
          <p:nvPr/>
        </p:nvSpPr>
        <p:spPr>
          <a:xfrm>
            <a:off x="17449800" y="9610102"/>
            <a:ext cx="589976" cy="584775"/>
          </a:xfrm>
          <a:prstGeom prst="rect">
            <a:avLst/>
          </a:prstGeom>
          <a:noFill/>
        </p:spPr>
        <p:txBody>
          <a:bodyPr wrap="square" rtlCol="0">
            <a:spAutoFit/>
          </a:bodyPr>
          <a:lstStyle/>
          <a:p>
            <a:r>
              <a:rPr lang="en-NP" sz="3200" dirty="0"/>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6193" y="3131787"/>
            <a:ext cx="12741423" cy="4023426"/>
            <a:chOff x="0" y="0"/>
            <a:chExt cx="16988563" cy="5364568"/>
          </a:xfrm>
        </p:grpSpPr>
        <p:sp>
          <p:nvSpPr>
            <p:cNvPr id="3" name="TextBox 3"/>
            <p:cNvSpPr txBox="1"/>
            <p:nvPr/>
          </p:nvSpPr>
          <p:spPr>
            <a:xfrm>
              <a:off x="0" y="2760646"/>
              <a:ext cx="16988563" cy="2603923"/>
            </a:xfrm>
            <a:prstGeom prst="rect">
              <a:avLst/>
            </a:prstGeom>
          </p:spPr>
          <p:txBody>
            <a:bodyPr lIns="0" tIns="0" rIns="0" bIns="0" rtlCol="0" anchor="t">
              <a:spAutoFit/>
            </a:bodyPr>
            <a:lstStyle/>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Limited question categories.</a:t>
              </a:r>
            </a:p>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Correct answers aren’t displayed.</a:t>
              </a:r>
            </a:p>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No admin module for question management.</a:t>
              </a:r>
            </a:p>
            <a:p>
              <a:pPr marL="604524" lvl="1" indent="-302262" algn="l">
                <a:lnSpc>
                  <a:spcPts val="3920"/>
                </a:lnSpc>
                <a:spcBef>
                  <a:spcPct val="0"/>
                </a:spcBef>
                <a:buFont typeface="Arial"/>
                <a:buChar char="•"/>
              </a:pPr>
              <a:r>
                <a:rPr lang="en-US" sz="2800" spc="26">
                  <a:solidFill>
                    <a:srgbClr val="000000"/>
                  </a:solidFill>
                  <a:latin typeface="TT Rounds Condensed"/>
                  <a:ea typeface="TT Rounds Condensed"/>
                  <a:cs typeface="TT Rounds Condensed"/>
                  <a:sym typeface="TT Rounds Condensed"/>
                </a:rPr>
                <a:t>User progress and scores are not saved.</a:t>
              </a:r>
            </a:p>
          </p:txBody>
        </p:sp>
        <p:sp>
          <p:nvSpPr>
            <p:cNvPr id="4" name="TextBox 4"/>
            <p:cNvSpPr txBox="1"/>
            <p:nvPr/>
          </p:nvSpPr>
          <p:spPr>
            <a:xfrm>
              <a:off x="0" y="180975"/>
              <a:ext cx="16988563" cy="1740957"/>
            </a:xfrm>
            <a:prstGeom prst="rect">
              <a:avLst/>
            </a:prstGeom>
          </p:spPr>
          <p:txBody>
            <a:bodyPr lIns="0" tIns="0" rIns="0" bIns="0" rtlCol="0" anchor="t">
              <a:spAutoFit/>
            </a:bodyPr>
            <a:lstStyle/>
            <a:p>
              <a:pPr marL="0" lvl="0" indent="0" algn="l">
                <a:lnSpc>
                  <a:spcPts val="9499"/>
                </a:lnSpc>
              </a:pPr>
              <a:r>
                <a:rPr lang="en-US" sz="9499" spc="-57">
                  <a:solidFill>
                    <a:srgbClr val="000000"/>
                  </a:solidFill>
                  <a:latin typeface="TT Rounds Condensed"/>
                  <a:ea typeface="TT Rounds Condensed"/>
                  <a:cs typeface="TT Rounds Condensed"/>
                  <a:sym typeface="TT Rounds Condensed"/>
                </a:rPr>
                <a:t>Limitations</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Slide Number Placeholder 5">
            <a:extLst>
              <a:ext uri="{FF2B5EF4-FFF2-40B4-BE49-F238E27FC236}">
                <a16:creationId xmlns:a16="http://schemas.microsoft.com/office/drawing/2014/main" id="{B5C063C7-43F9-E2EC-B18C-343282D21664}"/>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7" name="TextBox 6">
            <a:extLst>
              <a:ext uri="{FF2B5EF4-FFF2-40B4-BE49-F238E27FC236}">
                <a16:creationId xmlns:a16="http://schemas.microsoft.com/office/drawing/2014/main" id="{08F7F832-DAD5-E0D3-A6E2-2092B8AC4DDA}"/>
              </a:ext>
            </a:extLst>
          </p:cNvPr>
          <p:cNvSpPr txBox="1"/>
          <p:nvPr/>
        </p:nvSpPr>
        <p:spPr>
          <a:xfrm>
            <a:off x="17061873" y="9601200"/>
            <a:ext cx="393056" cy="584775"/>
          </a:xfrm>
          <a:prstGeom prst="rect">
            <a:avLst/>
          </a:prstGeom>
          <a:noFill/>
        </p:spPr>
        <p:txBody>
          <a:bodyPr wrap="none" rtlCol="0">
            <a:spAutoFit/>
          </a:bodyPr>
          <a:lstStyle/>
          <a:p>
            <a:r>
              <a:rPr lang="en-NP" sz="3200" dirty="0"/>
              <a:t>6</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8078" y="4448905"/>
            <a:ext cx="4722745" cy="1389189"/>
            <a:chOff x="0" y="0"/>
            <a:chExt cx="6296994" cy="1852253"/>
          </a:xfrm>
        </p:grpSpPr>
        <p:grpSp>
          <p:nvGrpSpPr>
            <p:cNvPr id="3" name="Group 3"/>
            <p:cNvGrpSpPr>
              <a:grpSpLocks noChangeAspect="1"/>
            </p:cNvGrpSpPr>
            <p:nvPr/>
          </p:nvGrpSpPr>
          <p:grpSpPr>
            <a:xfrm rot="-10800000">
              <a:off x="0" y="0"/>
              <a:ext cx="1848345" cy="1848345"/>
              <a:chOff x="0" y="0"/>
              <a:chExt cx="2653030" cy="2653030"/>
            </a:xfrm>
          </p:grpSpPr>
          <p:sp>
            <p:nvSpPr>
              <p:cNvPr id="4" name="Freeform 4"/>
              <p:cNvSpPr/>
              <p:nvPr/>
            </p:nvSpPr>
            <p:spPr>
              <a:xfrm>
                <a:off x="0" y="0"/>
                <a:ext cx="2653030" cy="2654300"/>
              </a:xfrm>
              <a:custGeom>
                <a:avLst/>
                <a:gdLst/>
                <a:ahLst/>
                <a:cxnLst/>
                <a:rect l="l" t="t" r="r" b="b"/>
                <a:pathLst>
                  <a:path w="2653030" h="265430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000000"/>
              </a:solidFill>
            </p:spPr>
          </p:sp>
        </p:grpSp>
        <p:sp>
          <p:nvSpPr>
            <p:cNvPr id="5" name="AutoShape 5"/>
            <p:cNvSpPr/>
            <p:nvPr/>
          </p:nvSpPr>
          <p:spPr>
            <a:xfrm rot="-10800000">
              <a:off x="4448649" y="7814"/>
              <a:ext cx="1848345" cy="1840531"/>
            </a:xfrm>
            <a:prstGeom prst="rect">
              <a:avLst/>
            </a:prstGeom>
            <a:solidFill>
              <a:srgbClr val="000000"/>
            </a:solidFill>
          </p:spPr>
        </p:sp>
        <p:grpSp>
          <p:nvGrpSpPr>
            <p:cNvPr id="6" name="Group 6"/>
            <p:cNvGrpSpPr>
              <a:grpSpLocks noChangeAspect="1"/>
            </p:cNvGrpSpPr>
            <p:nvPr/>
          </p:nvGrpSpPr>
          <p:grpSpPr>
            <a:xfrm rot="-10800000">
              <a:off x="2224324" y="3907"/>
              <a:ext cx="1848345" cy="1848345"/>
              <a:chOff x="0" y="0"/>
              <a:chExt cx="1708150" cy="1708150"/>
            </a:xfrm>
          </p:grpSpPr>
          <p:sp>
            <p:nvSpPr>
              <p:cNvPr id="7" name="Freeform 7"/>
              <p:cNvSpPr/>
              <p:nvPr/>
            </p:nvSpPr>
            <p:spPr>
              <a:xfrm>
                <a:off x="0" y="0"/>
                <a:ext cx="1708150" cy="1708150"/>
              </a:xfrm>
              <a:custGeom>
                <a:avLst/>
                <a:gdLst/>
                <a:ahLst/>
                <a:cxnLst/>
                <a:rect l="l" t="t" r="r" b="b"/>
                <a:pathLst>
                  <a:path w="1708150" h="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000000"/>
              </a:solidFill>
            </p:spPr>
          </p:sp>
        </p:grpSp>
      </p:grpSp>
      <p:grpSp>
        <p:nvGrpSpPr>
          <p:cNvPr id="8" name="Group 8"/>
          <p:cNvGrpSpPr/>
          <p:nvPr/>
        </p:nvGrpSpPr>
        <p:grpSpPr>
          <a:xfrm>
            <a:off x="3512702" y="3229303"/>
            <a:ext cx="13557206" cy="3828393"/>
            <a:chOff x="0" y="0"/>
            <a:chExt cx="18076275" cy="5104524"/>
          </a:xfrm>
        </p:grpSpPr>
        <p:sp>
          <p:nvSpPr>
            <p:cNvPr id="9" name="TextBox 9"/>
            <p:cNvSpPr txBox="1"/>
            <p:nvPr/>
          </p:nvSpPr>
          <p:spPr>
            <a:xfrm>
              <a:off x="0" y="-85725"/>
              <a:ext cx="18076275" cy="1761363"/>
            </a:xfrm>
            <a:prstGeom prst="rect">
              <a:avLst/>
            </a:prstGeom>
          </p:spPr>
          <p:txBody>
            <a:bodyPr lIns="0" tIns="0" rIns="0" bIns="0" rtlCol="0" anchor="t">
              <a:spAutoFit/>
            </a:bodyPr>
            <a:lstStyle/>
            <a:p>
              <a:pPr marL="0" lvl="0" indent="0" algn="l">
                <a:lnSpc>
                  <a:spcPts val="10783"/>
                </a:lnSpc>
              </a:pPr>
              <a:r>
                <a:rPr lang="en-US" sz="8294" spc="-50">
                  <a:solidFill>
                    <a:srgbClr val="000000"/>
                  </a:solidFill>
                  <a:latin typeface="TT Rounds Condensed"/>
                  <a:ea typeface="TT Rounds Condensed"/>
                  <a:cs typeface="TT Rounds Condensed"/>
                  <a:sym typeface="TT Rounds Condensed"/>
                </a:rPr>
                <a:t>Conclusion</a:t>
              </a:r>
            </a:p>
          </p:txBody>
        </p:sp>
        <p:sp>
          <p:nvSpPr>
            <p:cNvPr id="10" name="TextBox 10"/>
            <p:cNvSpPr txBox="1"/>
            <p:nvPr/>
          </p:nvSpPr>
          <p:spPr>
            <a:xfrm>
              <a:off x="0" y="3065539"/>
              <a:ext cx="18076275" cy="2038985"/>
            </a:xfrm>
            <a:prstGeom prst="rect">
              <a:avLst/>
            </a:prstGeom>
          </p:spPr>
          <p:txBody>
            <a:bodyPr lIns="0" tIns="0" rIns="0" bIns="0" rtlCol="0" anchor="t">
              <a:spAutoFit/>
            </a:bodyPr>
            <a:lstStyle/>
            <a:p>
              <a:pPr marL="0" lvl="0" indent="0" algn="l">
                <a:lnSpc>
                  <a:spcPts val="4199"/>
                </a:lnSpc>
              </a:pPr>
              <a:r>
                <a:rPr lang="en-US" sz="2799" u="none" spc="26">
                  <a:solidFill>
                    <a:srgbClr val="000000"/>
                  </a:solidFill>
                  <a:latin typeface="TT Rounds Condensed"/>
                  <a:ea typeface="TT Rounds Condensed"/>
                  <a:cs typeface="TT Rounds Condensed"/>
                  <a:sym typeface="TT Rounds Condensed"/>
                </a:rPr>
                <a:t>The Quiz Game application achieves its goal of providing an interactive platform for users to test their knowledge. Future iterations could incorporate more advanced features like multiplayer mode and score saving for a better user experience.</a:t>
              </a:r>
            </a:p>
          </p:txBody>
        </p:sp>
        <p:sp>
          <p:nvSpPr>
            <p:cNvPr id="11" name="AutoShape 11"/>
            <p:cNvSpPr/>
            <p:nvPr/>
          </p:nvSpPr>
          <p:spPr>
            <a:xfrm>
              <a:off x="0" y="2165974"/>
              <a:ext cx="1324627" cy="223120"/>
            </a:xfrm>
            <a:prstGeom prst="rect">
              <a:avLst/>
            </a:prstGeom>
            <a:solidFill>
              <a:srgbClr val="000000"/>
            </a:solidFill>
          </p:spPr>
        </p:sp>
      </p:grpSp>
      <p:sp>
        <p:nvSpPr>
          <p:cNvPr id="12" name="Slide Number Placeholder 11">
            <a:extLst>
              <a:ext uri="{FF2B5EF4-FFF2-40B4-BE49-F238E27FC236}">
                <a16:creationId xmlns:a16="http://schemas.microsoft.com/office/drawing/2014/main" id="{5FE9CDBA-0EDD-E358-CCCF-764DAB436394}"/>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13" name="TextBox 12">
            <a:extLst>
              <a:ext uri="{FF2B5EF4-FFF2-40B4-BE49-F238E27FC236}">
                <a16:creationId xmlns:a16="http://schemas.microsoft.com/office/drawing/2014/main" id="{0BA38FF3-C5CD-C580-4D15-B36BB90B0E39}"/>
              </a:ext>
            </a:extLst>
          </p:cNvPr>
          <p:cNvSpPr txBox="1"/>
          <p:nvPr/>
        </p:nvSpPr>
        <p:spPr>
          <a:xfrm>
            <a:off x="17449800" y="9563100"/>
            <a:ext cx="393056" cy="584775"/>
          </a:xfrm>
          <a:prstGeom prst="rect">
            <a:avLst/>
          </a:prstGeom>
          <a:noFill/>
        </p:spPr>
        <p:txBody>
          <a:bodyPr wrap="none" rtlCol="0">
            <a:spAutoFit/>
          </a:bodyPr>
          <a:lstStyle/>
          <a:p>
            <a:r>
              <a:rPr lang="en-NP" sz="3200" dirty="0"/>
              <a:t>7</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209</Words>
  <Application>Microsoft Macintosh PowerPoint</Application>
  <PresentationFormat>Custom</PresentationFormat>
  <Paragraphs>45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TT Rounds Condensed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QuizApp.pptx</dc:title>
  <cp:lastModifiedBy>Microsoft Office User</cp:lastModifiedBy>
  <cp:revision>5</cp:revision>
  <dcterms:created xsi:type="dcterms:W3CDTF">2006-08-16T00:00:00Z</dcterms:created>
  <dcterms:modified xsi:type="dcterms:W3CDTF">2024-12-24T03:58:07Z</dcterms:modified>
  <dc:identifier>DAGaKyYXC-w</dc:identifier>
</cp:coreProperties>
</file>