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N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94689"/>
  </p:normalViewPr>
  <p:slideViewPr>
    <p:cSldViewPr snapToGrid="0">
      <p:cViewPr varScale="1">
        <p:scale>
          <a:sx n="88" d="100"/>
          <a:sy n="88" d="100"/>
        </p:scale>
        <p:origin x="94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A45B6-D385-05EA-A8F8-85E492687F1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P"/>
          </a:p>
        </p:txBody>
      </p:sp>
      <p:sp>
        <p:nvSpPr>
          <p:cNvPr id="3" name="Subtitle 2">
            <a:extLst>
              <a:ext uri="{FF2B5EF4-FFF2-40B4-BE49-F238E27FC236}">
                <a16:creationId xmlns:a16="http://schemas.microsoft.com/office/drawing/2014/main" id="{169DBF3A-DD60-3BFF-E550-C0C3AC37A2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P"/>
          </a:p>
        </p:txBody>
      </p:sp>
      <p:sp>
        <p:nvSpPr>
          <p:cNvPr id="4" name="Date Placeholder 3">
            <a:extLst>
              <a:ext uri="{FF2B5EF4-FFF2-40B4-BE49-F238E27FC236}">
                <a16:creationId xmlns:a16="http://schemas.microsoft.com/office/drawing/2014/main" id="{6F2606BB-920D-20A4-274E-DEB939C8AD87}"/>
              </a:ext>
            </a:extLst>
          </p:cNvPr>
          <p:cNvSpPr>
            <a:spLocks noGrp="1"/>
          </p:cNvSpPr>
          <p:nvPr>
            <p:ph type="dt" sz="half" idx="10"/>
          </p:nvPr>
        </p:nvSpPr>
        <p:spPr/>
        <p:txBody>
          <a:bodyPr/>
          <a:lstStyle/>
          <a:p>
            <a:fld id="{9061DD16-42BD-2B4F-B742-45575B055F56}" type="datetimeFigureOut">
              <a:rPr lang="en-NP" smtClean="0"/>
              <a:t>12/24/24</a:t>
            </a:fld>
            <a:endParaRPr lang="en-NP"/>
          </a:p>
        </p:txBody>
      </p:sp>
      <p:sp>
        <p:nvSpPr>
          <p:cNvPr id="5" name="Footer Placeholder 4">
            <a:extLst>
              <a:ext uri="{FF2B5EF4-FFF2-40B4-BE49-F238E27FC236}">
                <a16:creationId xmlns:a16="http://schemas.microsoft.com/office/drawing/2014/main" id="{EF0AE870-9E7E-E4C1-7FBE-D51D183B8164}"/>
              </a:ext>
            </a:extLst>
          </p:cNvPr>
          <p:cNvSpPr>
            <a:spLocks noGrp="1"/>
          </p:cNvSpPr>
          <p:nvPr>
            <p:ph type="ftr" sz="quarter" idx="11"/>
          </p:nvPr>
        </p:nvSpPr>
        <p:spPr/>
        <p:txBody>
          <a:bodyPr/>
          <a:lstStyle/>
          <a:p>
            <a:endParaRPr lang="en-NP"/>
          </a:p>
        </p:txBody>
      </p:sp>
      <p:sp>
        <p:nvSpPr>
          <p:cNvPr id="6" name="Slide Number Placeholder 5">
            <a:extLst>
              <a:ext uri="{FF2B5EF4-FFF2-40B4-BE49-F238E27FC236}">
                <a16:creationId xmlns:a16="http://schemas.microsoft.com/office/drawing/2014/main" id="{D9184768-540D-4FD9-C5B0-5DFEB0E049F3}"/>
              </a:ext>
            </a:extLst>
          </p:cNvPr>
          <p:cNvSpPr>
            <a:spLocks noGrp="1"/>
          </p:cNvSpPr>
          <p:nvPr>
            <p:ph type="sldNum" sz="quarter" idx="12"/>
          </p:nvPr>
        </p:nvSpPr>
        <p:spPr/>
        <p:txBody>
          <a:bodyPr/>
          <a:lstStyle/>
          <a:p>
            <a:fld id="{DB54C6B2-D9BE-8C48-8E82-761AFF5964C0}" type="slidenum">
              <a:rPr lang="en-NP" smtClean="0"/>
              <a:t>‹#›</a:t>
            </a:fld>
            <a:endParaRPr lang="en-NP"/>
          </a:p>
        </p:txBody>
      </p:sp>
    </p:spTree>
    <p:extLst>
      <p:ext uri="{BB962C8B-B14F-4D97-AF65-F5344CB8AC3E}">
        <p14:creationId xmlns:p14="http://schemas.microsoft.com/office/powerpoint/2010/main" val="18001732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9F2A9-9819-F3A5-41A0-5787DF4190F6}"/>
              </a:ext>
            </a:extLst>
          </p:cNvPr>
          <p:cNvSpPr>
            <a:spLocks noGrp="1"/>
          </p:cNvSpPr>
          <p:nvPr>
            <p:ph type="title"/>
          </p:nvPr>
        </p:nvSpPr>
        <p:spPr/>
        <p:txBody>
          <a:bodyPr/>
          <a:lstStyle/>
          <a:p>
            <a:r>
              <a:rPr lang="en-US"/>
              <a:t>Click to edit Master title style</a:t>
            </a:r>
            <a:endParaRPr lang="en-NP"/>
          </a:p>
        </p:txBody>
      </p:sp>
      <p:sp>
        <p:nvSpPr>
          <p:cNvPr id="3" name="Content Placeholder 2">
            <a:extLst>
              <a:ext uri="{FF2B5EF4-FFF2-40B4-BE49-F238E27FC236}">
                <a16:creationId xmlns:a16="http://schemas.microsoft.com/office/drawing/2014/main" id="{6C7689A6-3633-2846-D159-4734F6A2D9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4" name="Date Placeholder 3">
            <a:extLst>
              <a:ext uri="{FF2B5EF4-FFF2-40B4-BE49-F238E27FC236}">
                <a16:creationId xmlns:a16="http://schemas.microsoft.com/office/drawing/2014/main" id="{3E358A5A-EB14-E8F6-9C5A-B8C9BE4C713D}"/>
              </a:ext>
            </a:extLst>
          </p:cNvPr>
          <p:cNvSpPr>
            <a:spLocks noGrp="1"/>
          </p:cNvSpPr>
          <p:nvPr>
            <p:ph type="dt" sz="half" idx="10"/>
          </p:nvPr>
        </p:nvSpPr>
        <p:spPr/>
        <p:txBody>
          <a:bodyPr/>
          <a:lstStyle/>
          <a:p>
            <a:fld id="{9061DD16-42BD-2B4F-B742-45575B055F56}" type="datetimeFigureOut">
              <a:rPr lang="en-NP" smtClean="0"/>
              <a:t>12/24/24</a:t>
            </a:fld>
            <a:endParaRPr lang="en-NP"/>
          </a:p>
        </p:txBody>
      </p:sp>
      <p:sp>
        <p:nvSpPr>
          <p:cNvPr id="5" name="Footer Placeholder 4">
            <a:extLst>
              <a:ext uri="{FF2B5EF4-FFF2-40B4-BE49-F238E27FC236}">
                <a16:creationId xmlns:a16="http://schemas.microsoft.com/office/drawing/2014/main" id="{56401269-2BFB-6CCD-94DD-7D227E88AD60}"/>
              </a:ext>
            </a:extLst>
          </p:cNvPr>
          <p:cNvSpPr>
            <a:spLocks noGrp="1"/>
          </p:cNvSpPr>
          <p:nvPr>
            <p:ph type="ftr" sz="quarter" idx="11"/>
          </p:nvPr>
        </p:nvSpPr>
        <p:spPr/>
        <p:txBody>
          <a:bodyPr/>
          <a:lstStyle/>
          <a:p>
            <a:endParaRPr lang="en-NP"/>
          </a:p>
        </p:txBody>
      </p:sp>
      <p:sp>
        <p:nvSpPr>
          <p:cNvPr id="6" name="Slide Number Placeholder 5">
            <a:extLst>
              <a:ext uri="{FF2B5EF4-FFF2-40B4-BE49-F238E27FC236}">
                <a16:creationId xmlns:a16="http://schemas.microsoft.com/office/drawing/2014/main" id="{7E565AE9-9475-9B46-A4F7-681A76F86802}"/>
              </a:ext>
            </a:extLst>
          </p:cNvPr>
          <p:cNvSpPr>
            <a:spLocks noGrp="1"/>
          </p:cNvSpPr>
          <p:nvPr>
            <p:ph type="sldNum" sz="quarter" idx="12"/>
          </p:nvPr>
        </p:nvSpPr>
        <p:spPr/>
        <p:txBody>
          <a:bodyPr/>
          <a:lstStyle/>
          <a:p>
            <a:fld id="{DB54C6B2-D9BE-8C48-8E82-761AFF5964C0}" type="slidenum">
              <a:rPr lang="en-NP" smtClean="0"/>
              <a:t>‹#›</a:t>
            </a:fld>
            <a:endParaRPr lang="en-NP"/>
          </a:p>
        </p:txBody>
      </p:sp>
    </p:spTree>
    <p:extLst>
      <p:ext uri="{BB962C8B-B14F-4D97-AF65-F5344CB8AC3E}">
        <p14:creationId xmlns:p14="http://schemas.microsoft.com/office/powerpoint/2010/main" val="1314052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7DDA3-EB30-0BC8-3D7B-AF720F4ED63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P"/>
          </a:p>
        </p:txBody>
      </p:sp>
      <p:sp>
        <p:nvSpPr>
          <p:cNvPr id="3" name="Text Placeholder 2">
            <a:extLst>
              <a:ext uri="{FF2B5EF4-FFF2-40B4-BE49-F238E27FC236}">
                <a16:creationId xmlns:a16="http://schemas.microsoft.com/office/drawing/2014/main" id="{B6C2F659-2DA2-8F2F-CD46-7FE58E64464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35C79DD-F5F1-4176-97ED-F96A0D4184E7}"/>
              </a:ext>
            </a:extLst>
          </p:cNvPr>
          <p:cNvSpPr>
            <a:spLocks noGrp="1"/>
          </p:cNvSpPr>
          <p:nvPr>
            <p:ph type="dt" sz="half" idx="10"/>
          </p:nvPr>
        </p:nvSpPr>
        <p:spPr/>
        <p:txBody>
          <a:bodyPr/>
          <a:lstStyle/>
          <a:p>
            <a:fld id="{9061DD16-42BD-2B4F-B742-45575B055F56}" type="datetimeFigureOut">
              <a:rPr lang="en-NP" smtClean="0"/>
              <a:t>12/24/24</a:t>
            </a:fld>
            <a:endParaRPr lang="en-NP"/>
          </a:p>
        </p:txBody>
      </p:sp>
      <p:sp>
        <p:nvSpPr>
          <p:cNvPr id="5" name="Footer Placeholder 4">
            <a:extLst>
              <a:ext uri="{FF2B5EF4-FFF2-40B4-BE49-F238E27FC236}">
                <a16:creationId xmlns:a16="http://schemas.microsoft.com/office/drawing/2014/main" id="{E04F4742-D4A3-23A9-CDD0-B8B67F5CD1C5}"/>
              </a:ext>
            </a:extLst>
          </p:cNvPr>
          <p:cNvSpPr>
            <a:spLocks noGrp="1"/>
          </p:cNvSpPr>
          <p:nvPr>
            <p:ph type="ftr" sz="quarter" idx="11"/>
          </p:nvPr>
        </p:nvSpPr>
        <p:spPr/>
        <p:txBody>
          <a:bodyPr/>
          <a:lstStyle/>
          <a:p>
            <a:endParaRPr lang="en-NP"/>
          </a:p>
        </p:txBody>
      </p:sp>
      <p:sp>
        <p:nvSpPr>
          <p:cNvPr id="6" name="Slide Number Placeholder 5">
            <a:extLst>
              <a:ext uri="{FF2B5EF4-FFF2-40B4-BE49-F238E27FC236}">
                <a16:creationId xmlns:a16="http://schemas.microsoft.com/office/drawing/2014/main" id="{239B8017-FCCC-195F-49A8-CCD01D6CCE1F}"/>
              </a:ext>
            </a:extLst>
          </p:cNvPr>
          <p:cNvSpPr>
            <a:spLocks noGrp="1"/>
          </p:cNvSpPr>
          <p:nvPr>
            <p:ph type="sldNum" sz="quarter" idx="12"/>
          </p:nvPr>
        </p:nvSpPr>
        <p:spPr/>
        <p:txBody>
          <a:bodyPr/>
          <a:lstStyle/>
          <a:p>
            <a:fld id="{DB54C6B2-D9BE-8C48-8E82-761AFF5964C0}" type="slidenum">
              <a:rPr lang="en-NP" smtClean="0"/>
              <a:t>‹#›</a:t>
            </a:fld>
            <a:endParaRPr lang="en-NP"/>
          </a:p>
        </p:txBody>
      </p:sp>
    </p:spTree>
    <p:extLst>
      <p:ext uri="{BB962C8B-B14F-4D97-AF65-F5344CB8AC3E}">
        <p14:creationId xmlns:p14="http://schemas.microsoft.com/office/powerpoint/2010/main" val="37024565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9C7F2-AE0C-E401-F0DE-070B426058D0}"/>
              </a:ext>
            </a:extLst>
          </p:cNvPr>
          <p:cNvSpPr>
            <a:spLocks noGrp="1"/>
          </p:cNvSpPr>
          <p:nvPr>
            <p:ph type="title"/>
          </p:nvPr>
        </p:nvSpPr>
        <p:spPr/>
        <p:txBody>
          <a:bodyPr/>
          <a:lstStyle/>
          <a:p>
            <a:r>
              <a:rPr lang="en-US"/>
              <a:t>Click to edit Master title style</a:t>
            </a:r>
            <a:endParaRPr lang="en-NP"/>
          </a:p>
        </p:txBody>
      </p:sp>
      <p:sp>
        <p:nvSpPr>
          <p:cNvPr id="3" name="Content Placeholder 2">
            <a:extLst>
              <a:ext uri="{FF2B5EF4-FFF2-40B4-BE49-F238E27FC236}">
                <a16:creationId xmlns:a16="http://schemas.microsoft.com/office/drawing/2014/main" id="{CBD35064-4438-C967-232F-E2BBC355C02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4" name="Content Placeholder 3">
            <a:extLst>
              <a:ext uri="{FF2B5EF4-FFF2-40B4-BE49-F238E27FC236}">
                <a16:creationId xmlns:a16="http://schemas.microsoft.com/office/drawing/2014/main" id="{D7B317B3-6D65-BEA0-9FB9-8F841225DE8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5" name="Date Placeholder 4">
            <a:extLst>
              <a:ext uri="{FF2B5EF4-FFF2-40B4-BE49-F238E27FC236}">
                <a16:creationId xmlns:a16="http://schemas.microsoft.com/office/drawing/2014/main" id="{D5F5B14F-2E86-73B2-5879-9701D351669C}"/>
              </a:ext>
            </a:extLst>
          </p:cNvPr>
          <p:cNvSpPr>
            <a:spLocks noGrp="1"/>
          </p:cNvSpPr>
          <p:nvPr>
            <p:ph type="dt" sz="half" idx="10"/>
          </p:nvPr>
        </p:nvSpPr>
        <p:spPr/>
        <p:txBody>
          <a:bodyPr/>
          <a:lstStyle/>
          <a:p>
            <a:fld id="{9061DD16-42BD-2B4F-B742-45575B055F56}" type="datetimeFigureOut">
              <a:rPr lang="en-NP" smtClean="0"/>
              <a:t>12/24/24</a:t>
            </a:fld>
            <a:endParaRPr lang="en-NP"/>
          </a:p>
        </p:txBody>
      </p:sp>
      <p:sp>
        <p:nvSpPr>
          <p:cNvPr id="6" name="Footer Placeholder 5">
            <a:extLst>
              <a:ext uri="{FF2B5EF4-FFF2-40B4-BE49-F238E27FC236}">
                <a16:creationId xmlns:a16="http://schemas.microsoft.com/office/drawing/2014/main" id="{B96AECE8-8F38-2427-E991-A495C311E000}"/>
              </a:ext>
            </a:extLst>
          </p:cNvPr>
          <p:cNvSpPr>
            <a:spLocks noGrp="1"/>
          </p:cNvSpPr>
          <p:nvPr>
            <p:ph type="ftr" sz="quarter" idx="11"/>
          </p:nvPr>
        </p:nvSpPr>
        <p:spPr/>
        <p:txBody>
          <a:bodyPr/>
          <a:lstStyle/>
          <a:p>
            <a:endParaRPr lang="en-NP"/>
          </a:p>
        </p:txBody>
      </p:sp>
      <p:sp>
        <p:nvSpPr>
          <p:cNvPr id="7" name="Slide Number Placeholder 6">
            <a:extLst>
              <a:ext uri="{FF2B5EF4-FFF2-40B4-BE49-F238E27FC236}">
                <a16:creationId xmlns:a16="http://schemas.microsoft.com/office/drawing/2014/main" id="{4190324C-478A-CE8E-1A8B-7EA9290AE4DA}"/>
              </a:ext>
            </a:extLst>
          </p:cNvPr>
          <p:cNvSpPr>
            <a:spLocks noGrp="1"/>
          </p:cNvSpPr>
          <p:nvPr>
            <p:ph type="sldNum" sz="quarter" idx="12"/>
          </p:nvPr>
        </p:nvSpPr>
        <p:spPr/>
        <p:txBody>
          <a:bodyPr/>
          <a:lstStyle/>
          <a:p>
            <a:fld id="{DB54C6B2-D9BE-8C48-8E82-761AFF5964C0}" type="slidenum">
              <a:rPr lang="en-NP" smtClean="0"/>
              <a:t>‹#›</a:t>
            </a:fld>
            <a:endParaRPr lang="en-NP"/>
          </a:p>
        </p:txBody>
      </p:sp>
    </p:spTree>
    <p:extLst>
      <p:ext uri="{BB962C8B-B14F-4D97-AF65-F5344CB8AC3E}">
        <p14:creationId xmlns:p14="http://schemas.microsoft.com/office/powerpoint/2010/main" val="1973548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DFEB8-6D5A-4351-D19E-48D56D7BC88D}"/>
              </a:ext>
            </a:extLst>
          </p:cNvPr>
          <p:cNvSpPr>
            <a:spLocks noGrp="1"/>
          </p:cNvSpPr>
          <p:nvPr>
            <p:ph type="title"/>
          </p:nvPr>
        </p:nvSpPr>
        <p:spPr>
          <a:xfrm>
            <a:off x="839788" y="365125"/>
            <a:ext cx="10515600" cy="1325563"/>
          </a:xfrm>
        </p:spPr>
        <p:txBody>
          <a:bodyPr/>
          <a:lstStyle/>
          <a:p>
            <a:r>
              <a:rPr lang="en-US"/>
              <a:t>Click to edit Master title style</a:t>
            </a:r>
            <a:endParaRPr lang="en-NP"/>
          </a:p>
        </p:txBody>
      </p:sp>
      <p:sp>
        <p:nvSpPr>
          <p:cNvPr id="3" name="Text Placeholder 2">
            <a:extLst>
              <a:ext uri="{FF2B5EF4-FFF2-40B4-BE49-F238E27FC236}">
                <a16:creationId xmlns:a16="http://schemas.microsoft.com/office/drawing/2014/main" id="{4E879106-FEF1-9650-581D-9547C57DCD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BD288C-5D1D-3597-61CA-DD07C24D3F1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5" name="Text Placeholder 4">
            <a:extLst>
              <a:ext uri="{FF2B5EF4-FFF2-40B4-BE49-F238E27FC236}">
                <a16:creationId xmlns:a16="http://schemas.microsoft.com/office/drawing/2014/main" id="{22550648-29B0-58EA-0653-1DF056B39C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20D531B-5E34-D5A7-7FB7-84B29D5046D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7" name="Date Placeholder 6">
            <a:extLst>
              <a:ext uri="{FF2B5EF4-FFF2-40B4-BE49-F238E27FC236}">
                <a16:creationId xmlns:a16="http://schemas.microsoft.com/office/drawing/2014/main" id="{0D23393E-DD54-AE1E-8118-54C2066005D2}"/>
              </a:ext>
            </a:extLst>
          </p:cNvPr>
          <p:cNvSpPr>
            <a:spLocks noGrp="1"/>
          </p:cNvSpPr>
          <p:nvPr>
            <p:ph type="dt" sz="half" idx="10"/>
          </p:nvPr>
        </p:nvSpPr>
        <p:spPr/>
        <p:txBody>
          <a:bodyPr/>
          <a:lstStyle/>
          <a:p>
            <a:fld id="{9061DD16-42BD-2B4F-B742-45575B055F56}" type="datetimeFigureOut">
              <a:rPr lang="en-NP" smtClean="0"/>
              <a:t>12/24/24</a:t>
            </a:fld>
            <a:endParaRPr lang="en-NP"/>
          </a:p>
        </p:txBody>
      </p:sp>
      <p:sp>
        <p:nvSpPr>
          <p:cNvPr id="8" name="Footer Placeholder 7">
            <a:extLst>
              <a:ext uri="{FF2B5EF4-FFF2-40B4-BE49-F238E27FC236}">
                <a16:creationId xmlns:a16="http://schemas.microsoft.com/office/drawing/2014/main" id="{35D76CEC-9CA4-2730-E4F1-408B46102795}"/>
              </a:ext>
            </a:extLst>
          </p:cNvPr>
          <p:cNvSpPr>
            <a:spLocks noGrp="1"/>
          </p:cNvSpPr>
          <p:nvPr>
            <p:ph type="ftr" sz="quarter" idx="11"/>
          </p:nvPr>
        </p:nvSpPr>
        <p:spPr/>
        <p:txBody>
          <a:bodyPr/>
          <a:lstStyle/>
          <a:p>
            <a:endParaRPr lang="en-NP"/>
          </a:p>
        </p:txBody>
      </p:sp>
      <p:sp>
        <p:nvSpPr>
          <p:cNvPr id="9" name="Slide Number Placeholder 8">
            <a:extLst>
              <a:ext uri="{FF2B5EF4-FFF2-40B4-BE49-F238E27FC236}">
                <a16:creationId xmlns:a16="http://schemas.microsoft.com/office/drawing/2014/main" id="{288E57EC-0287-8A36-A997-10700F6C65A9}"/>
              </a:ext>
            </a:extLst>
          </p:cNvPr>
          <p:cNvSpPr>
            <a:spLocks noGrp="1"/>
          </p:cNvSpPr>
          <p:nvPr>
            <p:ph type="sldNum" sz="quarter" idx="12"/>
          </p:nvPr>
        </p:nvSpPr>
        <p:spPr/>
        <p:txBody>
          <a:bodyPr/>
          <a:lstStyle/>
          <a:p>
            <a:fld id="{DB54C6B2-D9BE-8C48-8E82-761AFF5964C0}" type="slidenum">
              <a:rPr lang="en-NP" smtClean="0"/>
              <a:t>‹#›</a:t>
            </a:fld>
            <a:endParaRPr lang="en-NP"/>
          </a:p>
        </p:txBody>
      </p:sp>
    </p:spTree>
    <p:extLst>
      <p:ext uri="{BB962C8B-B14F-4D97-AF65-F5344CB8AC3E}">
        <p14:creationId xmlns:p14="http://schemas.microsoft.com/office/powerpoint/2010/main" val="19147310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E8A09-CE8C-7DAB-6E70-363AC0B4AFE5}"/>
              </a:ext>
            </a:extLst>
          </p:cNvPr>
          <p:cNvSpPr>
            <a:spLocks noGrp="1"/>
          </p:cNvSpPr>
          <p:nvPr>
            <p:ph type="title"/>
          </p:nvPr>
        </p:nvSpPr>
        <p:spPr/>
        <p:txBody>
          <a:bodyPr/>
          <a:lstStyle/>
          <a:p>
            <a:r>
              <a:rPr lang="en-US"/>
              <a:t>Click to edit Master title style</a:t>
            </a:r>
            <a:endParaRPr lang="en-NP"/>
          </a:p>
        </p:txBody>
      </p:sp>
      <p:sp>
        <p:nvSpPr>
          <p:cNvPr id="3" name="Date Placeholder 2">
            <a:extLst>
              <a:ext uri="{FF2B5EF4-FFF2-40B4-BE49-F238E27FC236}">
                <a16:creationId xmlns:a16="http://schemas.microsoft.com/office/drawing/2014/main" id="{EF9FA683-68DF-3C1C-1D23-CC27FD4A6994}"/>
              </a:ext>
            </a:extLst>
          </p:cNvPr>
          <p:cNvSpPr>
            <a:spLocks noGrp="1"/>
          </p:cNvSpPr>
          <p:nvPr>
            <p:ph type="dt" sz="half" idx="10"/>
          </p:nvPr>
        </p:nvSpPr>
        <p:spPr/>
        <p:txBody>
          <a:bodyPr/>
          <a:lstStyle/>
          <a:p>
            <a:fld id="{9061DD16-42BD-2B4F-B742-45575B055F56}" type="datetimeFigureOut">
              <a:rPr lang="en-NP" smtClean="0"/>
              <a:t>12/24/24</a:t>
            </a:fld>
            <a:endParaRPr lang="en-NP"/>
          </a:p>
        </p:txBody>
      </p:sp>
      <p:sp>
        <p:nvSpPr>
          <p:cNvPr id="4" name="Footer Placeholder 3">
            <a:extLst>
              <a:ext uri="{FF2B5EF4-FFF2-40B4-BE49-F238E27FC236}">
                <a16:creationId xmlns:a16="http://schemas.microsoft.com/office/drawing/2014/main" id="{10F4A725-56F2-8525-825F-C63AEA727B4B}"/>
              </a:ext>
            </a:extLst>
          </p:cNvPr>
          <p:cNvSpPr>
            <a:spLocks noGrp="1"/>
          </p:cNvSpPr>
          <p:nvPr>
            <p:ph type="ftr" sz="quarter" idx="11"/>
          </p:nvPr>
        </p:nvSpPr>
        <p:spPr/>
        <p:txBody>
          <a:bodyPr/>
          <a:lstStyle/>
          <a:p>
            <a:endParaRPr lang="en-NP"/>
          </a:p>
        </p:txBody>
      </p:sp>
      <p:sp>
        <p:nvSpPr>
          <p:cNvPr id="5" name="Slide Number Placeholder 4">
            <a:extLst>
              <a:ext uri="{FF2B5EF4-FFF2-40B4-BE49-F238E27FC236}">
                <a16:creationId xmlns:a16="http://schemas.microsoft.com/office/drawing/2014/main" id="{5A73037A-BBEE-7122-1D78-0F6E2AFF5BB6}"/>
              </a:ext>
            </a:extLst>
          </p:cNvPr>
          <p:cNvSpPr>
            <a:spLocks noGrp="1"/>
          </p:cNvSpPr>
          <p:nvPr>
            <p:ph type="sldNum" sz="quarter" idx="12"/>
          </p:nvPr>
        </p:nvSpPr>
        <p:spPr/>
        <p:txBody>
          <a:bodyPr/>
          <a:lstStyle/>
          <a:p>
            <a:fld id="{DB54C6B2-D9BE-8C48-8E82-761AFF5964C0}" type="slidenum">
              <a:rPr lang="en-NP" smtClean="0"/>
              <a:t>‹#›</a:t>
            </a:fld>
            <a:endParaRPr lang="en-NP"/>
          </a:p>
        </p:txBody>
      </p:sp>
    </p:spTree>
    <p:extLst>
      <p:ext uri="{BB962C8B-B14F-4D97-AF65-F5344CB8AC3E}">
        <p14:creationId xmlns:p14="http://schemas.microsoft.com/office/powerpoint/2010/main" val="10302659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6ACDD3-6DED-E823-1963-0930F3E2C7CB}"/>
              </a:ext>
            </a:extLst>
          </p:cNvPr>
          <p:cNvSpPr>
            <a:spLocks noGrp="1"/>
          </p:cNvSpPr>
          <p:nvPr>
            <p:ph type="dt" sz="half" idx="10"/>
          </p:nvPr>
        </p:nvSpPr>
        <p:spPr/>
        <p:txBody>
          <a:bodyPr/>
          <a:lstStyle/>
          <a:p>
            <a:fld id="{9061DD16-42BD-2B4F-B742-45575B055F56}" type="datetimeFigureOut">
              <a:rPr lang="en-NP" smtClean="0"/>
              <a:t>12/24/24</a:t>
            </a:fld>
            <a:endParaRPr lang="en-NP"/>
          </a:p>
        </p:txBody>
      </p:sp>
      <p:sp>
        <p:nvSpPr>
          <p:cNvPr id="3" name="Footer Placeholder 2">
            <a:extLst>
              <a:ext uri="{FF2B5EF4-FFF2-40B4-BE49-F238E27FC236}">
                <a16:creationId xmlns:a16="http://schemas.microsoft.com/office/drawing/2014/main" id="{9CBC1060-F85E-B111-908C-D317D35D4436}"/>
              </a:ext>
            </a:extLst>
          </p:cNvPr>
          <p:cNvSpPr>
            <a:spLocks noGrp="1"/>
          </p:cNvSpPr>
          <p:nvPr>
            <p:ph type="ftr" sz="quarter" idx="11"/>
          </p:nvPr>
        </p:nvSpPr>
        <p:spPr/>
        <p:txBody>
          <a:bodyPr/>
          <a:lstStyle/>
          <a:p>
            <a:endParaRPr lang="en-NP"/>
          </a:p>
        </p:txBody>
      </p:sp>
      <p:sp>
        <p:nvSpPr>
          <p:cNvPr id="4" name="Slide Number Placeholder 3">
            <a:extLst>
              <a:ext uri="{FF2B5EF4-FFF2-40B4-BE49-F238E27FC236}">
                <a16:creationId xmlns:a16="http://schemas.microsoft.com/office/drawing/2014/main" id="{0319F3C8-196F-96D2-B705-D6F049985D1C}"/>
              </a:ext>
            </a:extLst>
          </p:cNvPr>
          <p:cNvSpPr>
            <a:spLocks noGrp="1"/>
          </p:cNvSpPr>
          <p:nvPr>
            <p:ph type="sldNum" sz="quarter" idx="12"/>
          </p:nvPr>
        </p:nvSpPr>
        <p:spPr/>
        <p:txBody>
          <a:bodyPr/>
          <a:lstStyle/>
          <a:p>
            <a:fld id="{DB54C6B2-D9BE-8C48-8E82-761AFF5964C0}" type="slidenum">
              <a:rPr lang="en-NP" smtClean="0"/>
              <a:t>‹#›</a:t>
            </a:fld>
            <a:endParaRPr lang="en-NP"/>
          </a:p>
        </p:txBody>
      </p:sp>
    </p:spTree>
    <p:extLst>
      <p:ext uri="{BB962C8B-B14F-4D97-AF65-F5344CB8AC3E}">
        <p14:creationId xmlns:p14="http://schemas.microsoft.com/office/powerpoint/2010/main" val="31549587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F3A2E-3D0E-8576-8DFE-4C467AD73A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P"/>
          </a:p>
        </p:txBody>
      </p:sp>
      <p:sp>
        <p:nvSpPr>
          <p:cNvPr id="3" name="Content Placeholder 2">
            <a:extLst>
              <a:ext uri="{FF2B5EF4-FFF2-40B4-BE49-F238E27FC236}">
                <a16:creationId xmlns:a16="http://schemas.microsoft.com/office/drawing/2014/main" id="{8D3C1B81-F837-0887-ED0E-7F746F92CC0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4" name="Text Placeholder 3">
            <a:extLst>
              <a:ext uri="{FF2B5EF4-FFF2-40B4-BE49-F238E27FC236}">
                <a16:creationId xmlns:a16="http://schemas.microsoft.com/office/drawing/2014/main" id="{797701A3-C684-287D-CFFF-90E7B624EB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C716D2-417A-3623-81BA-ADCB3A8CA8B9}"/>
              </a:ext>
            </a:extLst>
          </p:cNvPr>
          <p:cNvSpPr>
            <a:spLocks noGrp="1"/>
          </p:cNvSpPr>
          <p:nvPr>
            <p:ph type="dt" sz="half" idx="10"/>
          </p:nvPr>
        </p:nvSpPr>
        <p:spPr/>
        <p:txBody>
          <a:bodyPr/>
          <a:lstStyle/>
          <a:p>
            <a:fld id="{9061DD16-42BD-2B4F-B742-45575B055F56}" type="datetimeFigureOut">
              <a:rPr lang="en-NP" smtClean="0"/>
              <a:t>12/24/24</a:t>
            </a:fld>
            <a:endParaRPr lang="en-NP"/>
          </a:p>
        </p:txBody>
      </p:sp>
      <p:sp>
        <p:nvSpPr>
          <p:cNvPr id="6" name="Footer Placeholder 5">
            <a:extLst>
              <a:ext uri="{FF2B5EF4-FFF2-40B4-BE49-F238E27FC236}">
                <a16:creationId xmlns:a16="http://schemas.microsoft.com/office/drawing/2014/main" id="{BECBDED5-9B6B-22AA-181F-0FE599285033}"/>
              </a:ext>
            </a:extLst>
          </p:cNvPr>
          <p:cNvSpPr>
            <a:spLocks noGrp="1"/>
          </p:cNvSpPr>
          <p:nvPr>
            <p:ph type="ftr" sz="quarter" idx="11"/>
          </p:nvPr>
        </p:nvSpPr>
        <p:spPr/>
        <p:txBody>
          <a:bodyPr/>
          <a:lstStyle/>
          <a:p>
            <a:endParaRPr lang="en-NP"/>
          </a:p>
        </p:txBody>
      </p:sp>
      <p:sp>
        <p:nvSpPr>
          <p:cNvPr id="7" name="Slide Number Placeholder 6">
            <a:extLst>
              <a:ext uri="{FF2B5EF4-FFF2-40B4-BE49-F238E27FC236}">
                <a16:creationId xmlns:a16="http://schemas.microsoft.com/office/drawing/2014/main" id="{4E904303-EC6F-4C08-B422-AA338E83B14E}"/>
              </a:ext>
            </a:extLst>
          </p:cNvPr>
          <p:cNvSpPr>
            <a:spLocks noGrp="1"/>
          </p:cNvSpPr>
          <p:nvPr>
            <p:ph type="sldNum" sz="quarter" idx="12"/>
          </p:nvPr>
        </p:nvSpPr>
        <p:spPr/>
        <p:txBody>
          <a:bodyPr/>
          <a:lstStyle/>
          <a:p>
            <a:fld id="{DB54C6B2-D9BE-8C48-8E82-761AFF5964C0}" type="slidenum">
              <a:rPr lang="en-NP" smtClean="0"/>
              <a:t>‹#›</a:t>
            </a:fld>
            <a:endParaRPr lang="en-NP"/>
          </a:p>
        </p:txBody>
      </p:sp>
    </p:spTree>
    <p:extLst>
      <p:ext uri="{BB962C8B-B14F-4D97-AF65-F5344CB8AC3E}">
        <p14:creationId xmlns:p14="http://schemas.microsoft.com/office/powerpoint/2010/main" val="31292143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BA21B-0DD7-ADA8-E5A7-7DE4DFAA59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P"/>
          </a:p>
        </p:txBody>
      </p:sp>
      <p:sp>
        <p:nvSpPr>
          <p:cNvPr id="3" name="Picture Placeholder 2">
            <a:extLst>
              <a:ext uri="{FF2B5EF4-FFF2-40B4-BE49-F238E27FC236}">
                <a16:creationId xmlns:a16="http://schemas.microsoft.com/office/drawing/2014/main" id="{74C2A481-4470-8434-EF56-834052FA13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P"/>
          </a:p>
        </p:txBody>
      </p:sp>
      <p:sp>
        <p:nvSpPr>
          <p:cNvPr id="4" name="Text Placeholder 3">
            <a:extLst>
              <a:ext uri="{FF2B5EF4-FFF2-40B4-BE49-F238E27FC236}">
                <a16:creationId xmlns:a16="http://schemas.microsoft.com/office/drawing/2014/main" id="{3A1ED2F5-3480-E4B1-7F93-A82EE9E78B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41A78F-103C-1F4A-EBF3-958768B0EBAB}"/>
              </a:ext>
            </a:extLst>
          </p:cNvPr>
          <p:cNvSpPr>
            <a:spLocks noGrp="1"/>
          </p:cNvSpPr>
          <p:nvPr>
            <p:ph type="dt" sz="half" idx="10"/>
          </p:nvPr>
        </p:nvSpPr>
        <p:spPr/>
        <p:txBody>
          <a:bodyPr/>
          <a:lstStyle/>
          <a:p>
            <a:fld id="{9061DD16-42BD-2B4F-B742-45575B055F56}" type="datetimeFigureOut">
              <a:rPr lang="en-NP" smtClean="0"/>
              <a:t>12/24/24</a:t>
            </a:fld>
            <a:endParaRPr lang="en-NP"/>
          </a:p>
        </p:txBody>
      </p:sp>
      <p:sp>
        <p:nvSpPr>
          <p:cNvPr id="6" name="Footer Placeholder 5">
            <a:extLst>
              <a:ext uri="{FF2B5EF4-FFF2-40B4-BE49-F238E27FC236}">
                <a16:creationId xmlns:a16="http://schemas.microsoft.com/office/drawing/2014/main" id="{EDAAA62B-D67E-EDB3-4659-B0B0DD32DCFA}"/>
              </a:ext>
            </a:extLst>
          </p:cNvPr>
          <p:cNvSpPr>
            <a:spLocks noGrp="1"/>
          </p:cNvSpPr>
          <p:nvPr>
            <p:ph type="ftr" sz="quarter" idx="11"/>
          </p:nvPr>
        </p:nvSpPr>
        <p:spPr/>
        <p:txBody>
          <a:bodyPr/>
          <a:lstStyle/>
          <a:p>
            <a:endParaRPr lang="en-NP"/>
          </a:p>
        </p:txBody>
      </p:sp>
      <p:sp>
        <p:nvSpPr>
          <p:cNvPr id="7" name="Slide Number Placeholder 6">
            <a:extLst>
              <a:ext uri="{FF2B5EF4-FFF2-40B4-BE49-F238E27FC236}">
                <a16:creationId xmlns:a16="http://schemas.microsoft.com/office/drawing/2014/main" id="{B4FBAB0C-6555-32DB-DA09-06B7AE693D50}"/>
              </a:ext>
            </a:extLst>
          </p:cNvPr>
          <p:cNvSpPr>
            <a:spLocks noGrp="1"/>
          </p:cNvSpPr>
          <p:nvPr>
            <p:ph type="sldNum" sz="quarter" idx="12"/>
          </p:nvPr>
        </p:nvSpPr>
        <p:spPr/>
        <p:txBody>
          <a:bodyPr/>
          <a:lstStyle/>
          <a:p>
            <a:fld id="{DB54C6B2-D9BE-8C48-8E82-761AFF5964C0}" type="slidenum">
              <a:rPr lang="en-NP" smtClean="0"/>
              <a:t>‹#›</a:t>
            </a:fld>
            <a:endParaRPr lang="en-NP"/>
          </a:p>
        </p:txBody>
      </p:sp>
    </p:spTree>
    <p:extLst>
      <p:ext uri="{BB962C8B-B14F-4D97-AF65-F5344CB8AC3E}">
        <p14:creationId xmlns:p14="http://schemas.microsoft.com/office/powerpoint/2010/main" val="1781359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3544B-44A0-B446-43DA-3E497E75226E}"/>
              </a:ext>
            </a:extLst>
          </p:cNvPr>
          <p:cNvSpPr>
            <a:spLocks noGrp="1"/>
          </p:cNvSpPr>
          <p:nvPr>
            <p:ph type="title"/>
          </p:nvPr>
        </p:nvSpPr>
        <p:spPr/>
        <p:txBody>
          <a:bodyPr/>
          <a:lstStyle/>
          <a:p>
            <a:r>
              <a:rPr lang="en-US"/>
              <a:t>Click to edit Master title style</a:t>
            </a:r>
            <a:endParaRPr lang="en-NP"/>
          </a:p>
        </p:txBody>
      </p:sp>
      <p:sp>
        <p:nvSpPr>
          <p:cNvPr id="3" name="Vertical Text Placeholder 2">
            <a:extLst>
              <a:ext uri="{FF2B5EF4-FFF2-40B4-BE49-F238E27FC236}">
                <a16:creationId xmlns:a16="http://schemas.microsoft.com/office/drawing/2014/main" id="{33762C51-0BE0-1969-F104-00162A38613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4" name="Date Placeholder 3">
            <a:extLst>
              <a:ext uri="{FF2B5EF4-FFF2-40B4-BE49-F238E27FC236}">
                <a16:creationId xmlns:a16="http://schemas.microsoft.com/office/drawing/2014/main" id="{68745163-2E5A-6A04-0C31-F897CEE052DE}"/>
              </a:ext>
            </a:extLst>
          </p:cNvPr>
          <p:cNvSpPr>
            <a:spLocks noGrp="1"/>
          </p:cNvSpPr>
          <p:nvPr>
            <p:ph type="dt" sz="half" idx="10"/>
          </p:nvPr>
        </p:nvSpPr>
        <p:spPr/>
        <p:txBody>
          <a:bodyPr/>
          <a:lstStyle/>
          <a:p>
            <a:fld id="{9061DD16-42BD-2B4F-B742-45575B055F56}" type="datetimeFigureOut">
              <a:rPr lang="en-NP" smtClean="0"/>
              <a:t>12/24/24</a:t>
            </a:fld>
            <a:endParaRPr lang="en-NP"/>
          </a:p>
        </p:txBody>
      </p:sp>
      <p:sp>
        <p:nvSpPr>
          <p:cNvPr id="5" name="Footer Placeholder 4">
            <a:extLst>
              <a:ext uri="{FF2B5EF4-FFF2-40B4-BE49-F238E27FC236}">
                <a16:creationId xmlns:a16="http://schemas.microsoft.com/office/drawing/2014/main" id="{B14BA98A-52BF-474D-916A-9BA13F5E115C}"/>
              </a:ext>
            </a:extLst>
          </p:cNvPr>
          <p:cNvSpPr>
            <a:spLocks noGrp="1"/>
          </p:cNvSpPr>
          <p:nvPr>
            <p:ph type="ftr" sz="quarter" idx="11"/>
          </p:nvPr>
        </p:nvSpPr>
        <p:spPr/>
        <p:txBody>
          <a:bodyPr/>
          <a:lstStyle/>
          <a:p>
            <a:endParaRPr lang="en-NP"/>
          </a:p>
        </p:txBody>
      </p:sp>
      <p:sp>
        <p:nvSpPr>
          <p:cNvPr id="6" name="Slide Number Placeholder 5">
            <a:extLst>
              <a:ext uri="{FF2B5EF4-FFF2-40B4-BE49-F238E27FC236}">
                <a16:creationId xmlns:a16="http://schemas.microsoft.com/office/drawing/2014/main" id="{45573127-1A9A-649B-3A6E-00750CB03494}"/>
              </a:ext>
            </a:extLst>
          </p:cNvPr>
          <p:cNvSpPr>
            <a:spLocks noGrp="1"/>
          </p:cNvSpPr>
          <p:nvPr>
            <p:ph type="sldNum" sz="quarter" idx="12"/>
          </p:nvPr>
        </p:nvSpPr>
        <p:spPr/>
        <p:txBody>
          <a:bodyPr/>
          <a:lstStyle/>
          <a:p>
            <a:fld id="{DB54C6B2-D9BE-8C48-8E82-761AFF5964C0}" type="slidenum">
              <a:rPr lang="en-NP" smtClean="0"/>
              <a:t>‹#›</a:t>
            </a:fld>
            <a:endParaRPr lang="en-NP"/>
          </a:p>
        </p:txBody>
      </p:sp>
    </p:spTree>
    <p:extLst>
      <p:ext uri="{BB962C8B-B14F-4D97-AF65-F5344CB8AC3E}">
        <p14:creationId xmlns:p14="http://schemas.microsoft.com/office/powerpoint/2010/main" val="23984410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AA755E-B1A1-9C00-1C83-0D2946732A5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P"/>
          </a:p>
        </p:txBody>
      </p:sp>
      <p:sp>
        <p:nvSpPr>
          <p:cNvPr id="3" name="Vertical Text Placeholder 2">
            <a:extLst>
              <a:ext uri="{FF2B5EF4-FFF2-40B4-BE49-F238E27FC236}">
                <a16:creationId xmlns:a16="http://schemas.microsoft.com/office/drawing/2014/main" id="{AD350529-E2E7-3D58-990B-DDDDA44F461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4" name="Date Placeholder 3">
            <a:extLst>
              <a:ext uri="{FF2B5EF4-FFF2-40B4-BE49-F238E27FC236}">
                <a16:creationId xmlns:a16="http://schemas.microsoft.com/office/drawing/2014/main" id="{689EC299-8263-C568-25A8-56E9E629B8A5}"/>
              </a:ext>
            </a:extLst>
          </p:cNvPr>
          <p:cNvSpPr>
            <a:spLocks noGrp="1"/>
          </p:cNvSpPr>
          <p:nvPr>
            <p:ph type="dt" sz="half" idx="10"/>
          </p:nvPr>
        </p:nvSpPr>
        <p:spPr/>
        <p:txBody>
          <a:bodyPr/>
          <a:lstStyle/>
          <a:p>
            <a:fld id="{9061DD16-42BD-2B4F-B742-45575B055F56}" type="datetimeFigureOut">
              <a:rPr lang="en-NP" smtClean="0"/>
              <a:t>12/24/24</a:t>
            </a:fld>
            <a:endParaRPr lang="en-NP"/>
          </a:p>
        </p:txBody>
      </p:sp>
      <p:sp>
        <p:nvSpPr>
          <p:cNvPr id="5" name="Footer Placeholder 4">
            <a:extLst>
              <a:ext uri="{FF2B5EF4-FFF2-40B4-BE49-F238E27FC236}">
                <a16:creationId xmlns:a16="http://schemas.microsoft.com/office/drawing/2014/main" id="{315E7290-15A2-64DE-FD6C-46E632D234D5}"/>
              </a:ext>
            </a:extLst>
          </p:cNvPr>
          <p:cNvSpPr>
            <a:spLocks noGrp="1"/>
          </p:cNvSpPr>
          <p:nvPr>
            <p:ph type="ftr" sz="quarter" idx="11"/>
          </p:nvPr>
        </p:nvSpPr>
        <p:spPr/>
        <p:txBody>
          <a:bodyPr/>
          <a:lstStyle/>
          <a:p>
            <a:endParaRPr lang="en-NP"/>
          </a:p>
        </p:txBody>
      </p:sp>
      <p:sp>
        <p:nvSpPr>
          <p:cNvPr id="6" name="Slide Number Placeholder 5">
            <a:extLst>
              <a:ext uri="{FF2B5EF4-FFF2-40B4-BE49-F238E27FC236}">
                <a16:creationId xmlns:a16="http://schemas.microsoft.com/office/drawing/2014/main" id="{7BC955D2-B276-F3E1-CA6D-0942B5A943AC}"/>
              </a:ext>
            </a:extLst>
          </p:cNvPr>
          <p:cNvSpPr>
            <a:spLocks noGrp="1"/>
          </p:cNvSpPr>
          <p:nvPr>
            <p:ph type="sldNum" sz="quarter" idx="12"/>
          </p:nvPr>
        </p:nvSpPr>
        <p:spPr/>
        <p:txBody>
          <a:bodyPr/>
          <a:lstStyle/>
          <a:p>
            <a:fld id="{DB54C6B2-D9BE-8C48-8E82-761AFF5964C0}" type="slidenum">
              <a:rPr lang="en-NP" smtClean="0"/>
              <a:t>‹#›</a:t>
            </a:fld>
            <a:endParaRPr lang="en-NP"/>
          </a:p>
        </p:txBody>
      </p:sp>
    </p:spTree>
    <p:extLst>
      <p:ext uri="{BB962C8B-B14F-4D97-AF65-F5344CB8AC3E}">
        <p14:creationId xmlns:p14="http://schemas.microsoft.com/office/powerpoint/2010/main" val="40221745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F5827-8234-E0A4-4657-E5831FA8AE6F}"/>
              </a:ext>
            </a:extLst>
          </p:cNvPr>
          <p:cNvSpPr>
            <a:spLocks noGrp="1"/>
          </p:cNvSpPr>
          <p:nvPr>
            <p:ph type="title"/>
          </p:nvPr>
        </p:nvSpPr>
        <p:spPr/>
        <p:txBody>
          <a:bodyPr/>
          <a:lstStyle/>
          <a:p>
            <a:r>
              <a:rPr lang="en-US"/>
              <a:t>Click to edit Master title style</a:t>
            </a:r>
            <a:endParaRPr lang="en-NP"/>
          </a:p>
        </p:txBody>
      </p:sp>
      <p:sp>
        <p:nvSpPr>
          <p:cNvPr id="3" name="Text Placeholder 2">
            <a:extLst>
              <a:ext uri="{FF2B5EF4-FFF2-40B4-BE49-F238E27FC236}">
                <a16:creationId xmlns:a16="http://schemas.microsoft.com/office/drawing/2014/main" id="{0C87A9E8-9867-CF94-1E9D-45F868DC49D8}"/>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4" name="Date Placeholder 3">
            <a:extLst>
              <a:ext uri="{FF2B5EF4-FFF2-40B4-BE49-F238E27FC236}">
                <a16:creationId xmlns:a16="http://schemas.microsoft.com/office/drawing/2014/main" id="{2D344CB8-091D-EDAA-27C2-B9C54ABF8D6B}"/>
              </a:ext>
            </a:extLst>
          </p:cNvPr>
          <p:cNvSpPr>
            <a:spLocks noGrp="1"/>
          </p:cNvSpPr>
          <p:nvPr>
            <p:ph type="dt" sz="half" idx="10"/>
          </p:nvPr>
        </p:nvSpPr>
        <p:spPr/>
        <p:txBody>
          <a:bodyPr/>
          <a:lstStyle/>
          <a:p>
            <a:fld id="{9061DD16-42BD-2B4F-B742-45575B055F56}" type="datetimeFigureOut">
              <a:rPr lang="en-NP" smtClean="0"/>
              <a:t>12/24/24</a:t>
            </a:fld>
            <a:endParaRPr lang="en-NP"/>
          </a:p>
        </p:txBody>
      </p:sp>
      <p:sp>
        <p:nvSpPr>
          <p:cNvPr id="5" name="Footer Placeholder 4">
            <a:extLst>
              <a:ext uri="{FF2B5EF4-FFF2-40B4-BE49-F238E27FC236}">
                <a16:creationId xmlns:a16="http://schemas.microsoft.com/office/drawing/2014/main" id="{EC7A325D-4B8B-9E95-12B3-BF6EE31BCF7D}"/>
              </a:ext>
            </a:extLst>
          </p:cNvPr>
          <p:cNvSpPr>
            <a:spLocks noGrp="1"/>
          </p:cNvSpPr>
          <p:nvPr>
            <p:ph type="ftr" sz="quarter" idx="11"/>
          </p:nvPr>
        </p:nvSpPr>
        <p:spPr/>
        <p:txBody>
          <a:bodyPr/>
          <a:lstStyle/>
          <a:p>
            <a:endParaRPr lang="en-NP"/>
          </a:p>
        </p:txBody>
      </p:sp>
      <p:sp>
        <p:nvSpPr>
          <p:cNvPr id="6" name="Slide Number Placeholder 5">
            <a:extLst>
              <a:ext uri="{FF2B5EF4-FFF2-40B4-BE49-F238E27FC236}">
                <a16:creationId xmlns:a16="http://schemas.microsoft.com/office/drawing/2014/main" id="{469481FE-E4C3-19D5-D80B-889B38364D64}"/>
              </a:ext>
            </a:extLst>
          </p:cNvPr>
          <p:cNvSpPr>
            <a:spLocks noGrp="1"/>
          </p:cNvSpPr>
          <p:nvPr>
            <p:ph type="sldNum" sz="quarter" idx="12"/>
          </p:nvPr>
        </p:nvSpPr>
        <p:spPr/>
        <p:txBody>
          <a:bodyPr/>
          <a:lstStyle/>
          <a:p>
            <a:fld id="{DB54C6B2-D9BE-8C48-8E82-761AFF5964C0}" type="slidenum">
              <a:rPr lang="en-NP" smtClean="0"/>
              <a:t>‹#›</a:t>
            </a:fld>
            <a:endParaRPr lang="en-NP"/>
          </a:p>
        </p:txBody>
      </p:sp>
    </p:spTree>
    <p:extLst>
      <p:ext uri="{BB962C8B-B14F-4D97-AF65-F5344CB8AC3E}">
        <p14:creationId xmlns:p14="http://schemas.microsoft.com/office/powerpoint/2010/main" val="23380460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8F5905-F204-84D2-526F-727955E454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P"/>
          </a:p>
        </p:txBody>
      </p:sp>
      <p:sp>
        <p:nvSpPr>
          <p:cNvPr id="3" name="Text Placeholder 2">
            <a:extLst>
              <a:ext uri="{FF2B5EF4-FFF2-40B4-BE49-F238E27FC236}">
                <a16:creationId xmlns:a16="http://schemas.microsoft.com/office/drawing/2014/main" id="{4606D5F1-66BB-D1A0-CFAE-B7D3CF4039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4" name="Date Placeholder 3">
            <a:extLst>
              <a:ext uri="{FF2B5EF4-FFF2-40B4-BE49-F238E27FC236}">
                <a16:creationId xmlns:a16="http://schemas.microsoft.com/office/drawing/2014/main" id="{4847BCEB-97F1-081F-69D0-D8B32333AF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61DD16-42BD-2B4F-B742-45575B055F56}" type="datetimeFigureOut">
              <a:rPr lang="en-NP" smtClean="0"/>
              <a:t>12/24/24</a:t>
            </a:fld>
            <a:endParaRPr lang="en-NP"/>
          </a:p>
        </p:txBody>
      </p:sp>
      <p:sp>
        <p:nvSpPr>
          <p:cNvPr id="5" name="Footer Placeholder 4">
            <a:extLst>
              <a:ext uri="{FF2B5EF4-FFF2-40B4-BE49-F238E27FC236}">
                <a16:creationId xmlns:a16="http://schemas.microsoft.com/office/drawing/2014/main" id="{767B975B-5DB8-9834-827F-C3337AFECA1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NP"/>
          </a:p>
        </p:txBody>
      </p:sp>
      <p:sp>
        <p:nvSpPr>
          <p:cNvPr id="6" name="Slide Number Placeholder 5">
            <a:extLst>
              <a:ext uri="{FF2B5EF4-FFF2-40B4-BE49-F238E27FC236}">
                <a16:creationId xmlns:a16="http://schemas.microsoft.com/office/drawing/2014/main" id="{B234AE73-93D8-100B-7C76-7AD489D4EEB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54C6B2-D9BE-8C48-8E82-761AFF5964C0}" type="slidenum">
              <a:rPr lang="en-NP" smtClean="0"/>
              <a:t>‹#›</a:t>
            </a:fld>
            <a:endParaRPr lang="en-NP"/>
          </a:p>
        </p:txBody>
      </p:sp>
    </p:spTree>
    <p:extLst>
      <p:ext uri="{BB962C8B-B14F-4D97-AF65-F5344CB8AC3E}">
        <p14:creationId xmlns:p14="http://schemas.microsoft.com/office/powerpoint/2010/main" val="13380068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5B3E3-59B1-09EF-BD66-F436685477DD}"/>
              </a:ext>
            </a:extLst>
          </p:cNvPr>
          <p:cNvSpPr>
            <a:spLocks noGrp="1"/>
          </p:cNvSpPr>
          <p:nvPr>
            <p:ph type="ctrTitle"/>
          </p:nvPr>
        </p:nvSpPr>
        <p:spPr/>
        <p:txBody>
          <a:bodyPr/>
          <a:lstStyle/>
          <a:p>
            <a:r>
              <a:rPr lang="en-US"/>
              <a:t>Quiz Game</a:t>
            </a:r>
            <a:endParaRPr lang="en-NP"/>
          </a:p>
        </p:txBody>
      </p:sp>
      <p:sp>
        <p:nvSpPr>
          <p:cNvPr id="3" name="Subtitle 2">
            <a:extLst>
              <a:ext uri="{FF2B5EF4-FFF2-40B4-BE49-F238E27FC236}">
                <a16:creationId xmlns:a16="http://schemas.microsoft.com/office/drawing/2014/main" id="{FE5432E3-0922-35F1-C430-4D4E5FCF28E4}"/>
              </a:ext>
            </a:extLst>
          </p:cNvPr>
          <p:cNvSpPr>
            <a:spLocks noGrp="1"/>
          </p:cNvSpPr>
          <p:nvPr>
            <p:ph type="subTitle" idx="1"/>
          </p:nvPr>
        </p:nvSpPr>
        <p:spPr/>
        <p:txBody>
          <a:bodyPr/>
          <a:lstStyle/>
          <a:p>
            <a:r>
              <a:rPr lang="en-US"/>
              <a:t>Developed Using Java</a:t>
            </a:r>
            <a:endParaRPr lang="en-NP"/>
          </a:p>
        </p:txBody>
      </p:sp>
    </p:spTree>
    <p:extLst>
      <p:ext uri="{BB962C8B-B14F-4D97-AF65-F5344CB8AC3E}">
        <p14:creationId xmlns:p14="http://schemas.microsoft.com/office/powerpoint/2010/main" val="16484086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BA18A-7E03-6BF2-360E-2B1274ACC194}"/>
              </a:ext>
            </a:extLst>
          </p:cNvPr>
          <p:cNvSpPr>
            <a:spLocks noGrp="1"/>
          </p:cNvSpPr>
          <p:nvPr>
            <p:ph type="title"/>
          </p:nvPr>
        </p:nvSpPr>
        <p:spPr/>
        <p:txBody>
          <a:bodyPr/>
          <a:lstStyle/>
          <a:p>
            <a:r>
              <a:rPr lang="en-US"/>
              <a:t>Introduction</a:t>
            </a:r>
            <a:endParaRPr lang="en-NP"/>
          </a:p>
        </p:txBody>
      </p:sp>
      <p:sp>
        <p:nvSpPr>
          <p:cNvPr id="3" name="Text Placeholder 2">
            <a:extLst>
              <a:ext uri="{FF2B5EF4-FFF2-40B4-BE49-F238E27FC236}">
                <a16:creationId xmlns:a16="http://schemas.microsoft.com/office/drawing/2014/main" id="{A6F7F9AA-58ED-C41C-9EAE-AC9BDDF24E51}"/>
              </a:ext>
            </a:extLst>
          </p:cNvPr>
          <p:cNvSpPr>
            <a:spLocks noGrp="1"/>
          </p:cNvSpPr>
          <p:nvPr>
            <p:ph type="body" idx="1"/>
          </p:nvPr>
        </p:nvSpPr>
        <p:spPr/>
        <p:txBody>
          <a:bodyPr/>
          <a:lstStyle/>
          <a:p>
            <a:r>
              <a:rPr lang="en-US"/>
              <a:t>The Quiz Game is a lightweight application designed for users to test their knowledge through interactive multiple-choice quizzes. It offers a simple interface and randomized questions for an engaging experience.</a:t>
            </a:r>
            <a:endParaRPr lang="en-NP"/>
          </a:p>
        </p:txBody>
      </p:sp>
    </p:spTree>
    <p:extLst>
      <p:ext uri="{BB962C8B-B14F-4D97-AF65-F5344CB8AC3E}">
        <p14:creationId xmlns:p14="http://schemas.microsoft.com/office/powerpoint/2010/main" val="18022746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A5887-995B-72B4-E257-7B72E4BBCE47}"/>
              </a:ext>
            </a:extLst>
          </p:cNvPr>
          <p:cNvSpPr>
            <a:spLocks noGrp="1"/>
          </p:cNvSpPr>
          <p:nvPr>
            <p:ph type="title"/>
          </p:nvPr>
        </p:nvSpPr>
        <p:spPr/>
        <p:txBody>
          <a:bodyPr/>
          <a:lstStyle/>
          <a:p>
            <a:r>
              <a:rPr lang="en-US"/>
              <a:t>Objectives</a:t>
            </a:r>
            <a:endParaRPr lang="en-NP"/>
          </a:p>
        </p:txBody>
      </p:sp>
      <p:sp>
        <p:nvSpPr>
          <p:cNvPr id="3" name="Text Placeholder 2">
            <a:extLst>
              <a:ext uri="{FF2B5EF4-FFF2-40B4-BE49-F238E27FC236}">
                <a16:creationId xmlns:a16="http://schemas.microsoft.com/office/drawing/2014/main" id="{D87E4125-F961-9C2B-6F90-9A1477408EFB}"/>
              </a:ext>
            </a:extLst>
          </p:cNvPr>
          <p:cNvSpPr>
            <a:spLocks noGrp="1"/>
          </p:cNvSpPr>
          <p:nvPr>
            <p:ph type="body" idx="1"/>
          </p:nvPr>
        </p:nvSpPr>
        <p:spPr/>
        <p:txBody>
          <a:bodyPr/>
          <a:lstStyle/>
          <a:p>
            <a:r>
              <a:rPr lang="en-US" dirty="0"/>
              <a:t>Provide an engaging platform for knowledge testing.</a:t>
            </a:r>
          </a:p>
          <a:p>
            <a:r>
              <a:rPr lang="en-US" dirty="0"/>
              <a:t>Ensure ease of use with a simple interface.</a:t>
            </a:r>
          </a:p>
          <a:p>
            <a:r>
              <a:rPr lang="en-US" dirty="0"/>
              <a:t>Enable learning through interactive quizzes.</a:t>
            </a:r>
          </a:p>
          <a:p>
            <a:r>
              <a:rPr lang="en-US" dirty="0"/>
              <a:t>Offer lightweight functionality without server dependencies.</a:t>
            </a:r>
            <a:endParaRPr lang="en-NP" dirty="0"/>
          </a:p>
        </p:txBody>
      </p:sp>
    </p:spTree>
    <p:extLst>
      <p:ext uri="{BB962C8B-B14F-4D97-AF65-F5344CB8AC3E}">
        <p14:creationId xmlns:p14="http://schemas.microsoft.com/office/powerpoint/2010/main" val="15137734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0127C-C13B-9724-F5C6-E0099CED6A0C}"/>
              </a:ext>
            </a:extLst>
          </p:cNvPr>
          <p:cNvSpPr>
            <a:spLocks noGrp="1"/>
          </p:cNvSpPr>
          <p:nvPr>
            <p:ph type="title"/>
          </p:nvPr>
        </p:nvSpPr>
        <p:spPr/>
        <p:txBody>
          <a:bodyPr/>
          <a:lstStyle/>
          <a:p>
            <a:r>
              <a:rPr lang="en-US"/>
              <a:t>Technologies Used</a:t>
            </a:r>
            <a:endParaRPr lang="en-NP"/>
          </a:p>
        </p:txBody>
      </p:sp>
      <p:sp>
        <p:nvSpPr>
          <p:cNvPr id="3" name="Text Placeholder 2">
            <a:extLst>
              <a:ext uri="{FF2B5EF4-FFF2-40B4-BE49-F238E27FC236}">
                <a16:creationId xmlns:a16="http://schemas.microsoft.com/office/drawing/2014/main" id="{33F27357-F9EC-16AC-9801-9B07000FBB46}"/>
              </a:ext>
            </a:extLst>
          </p:cNvPr>
          <p:cNvSpPr>
            <a:spLocks noGrp="1"/>
          </p:cNvSpPr>
          <p:nvPr>
            <p:ph type="body" idx="1"/>
          </p:nvPr>
        </p:nvSpPr>
        <p:spPr/>
        <p:txBody>
          <a:bodyPr/>
          <a:lstStyle/>
          <a:p>
            <a:r>
              <a:rPr lang="en-US" dirty="0"/>
              <a:t>Java: Core programming language for development.</a:t>
            </a:r>
          </a:p>
          <a:p>
            <a:r>
              <a:rPr lang="en-US" dirty="0"/>
              <a:t>IDE: Apache NetBeans for code development and testing.</a:t>
            </a:r>
          </a:p>
          <a:p>
            <a:r>
              <a:rPr lang="en-US" dirty="0"/>
              <a:t>GUI: javax.swing</a:t>
            </a:r>
            <a:endParaRPr lang="en-NP" dirty="0"/>
          </a:p>
        </p:txBody>
      </p:sp>
    </p:spTree>
    <p:extLst>
      <p:ext uri="{BB962C8B-B14F-4D97-AF65-F5344CB8AC3E}">
        <p14:creationId xmlns:p14="http://schemas.microsoft.com/office/powerpoint/2010/main" val="312283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F474E-D705-AFBC-506E-AE11E673204A}"/>
              </a:ext>
            </a:extLst>
          </p:cNvPr>
          <p:cNvSpPr>
            <a:spLocks noGrp="1"/>
          </p:cNvSpPr>
          <p:nvPr>
            <p:ph type="title"/>
          </p:nvPr>
        </p:nvSpPr>
        <p:spPr/>
        <p:txBody>
          <a:bodyPr/>
          <a:lstStyle/>
          <a:p>
            <a:r>
              <a:rPr lang="en-US"/>
              <a:t>Features</a:t>
            </a:r>
            <a:endParaRPr lang="en-NP"/>
          </a:p>
        </p:txBody>
      </p:sp>
      <p:sp>
        <p:nvSpPr>
          <p:cNvPr id="3" name="Text Placeholder 2">
            <a:extLst>
              <a:ext uri="{FF2B5EF4-FFF2-40B4-BE49-F238E27FC236}">
                <a16:creationId xmlns:a16="http://schemas.microsoft.com/office/drawing/2014/main" id="{F3EF9B80-8D4A-0316-86F7-8F71404D6D0D}"/>
              </a:ext>
            </a:extLst>
          </p:cNvPr>
          <p:cNvSpPr>
            <a:spLocks noGrp="1"/>
          </p:cNvSpPr>
          <p:nvPr>
            <p:ph type="body" idx="1"/>
          </p:nvPr>
        </p:nvSpPr>
        <p:spPr/>
        <p:txBody>
          <a:bodyPr/>
          <a:lstStyle/>
          <a:p>
            <a:r>
              <a:rPr lang="en-US" dirty="0"/>
              <a:t>User-friendly interface.</a:t>
            </a:r>
          </a:p>
          <a:p>
            <a:r>
              <a:rPr lang="en-US" dirty="0"/>
              <a:t>Randomized question order for each session.</a:t>
            </a:r>
          </a:p>
          <a:p>
            <a:r>
              <a:rPr lang="en-US" dirty="0"/>
              <a:t>Immediate score display upon quiz completion.</a:t>
            </a:r>
          </a:p>
          <a:p>
            <a:r>
              <a:rPr lang="en-US" dirty="0"/>
              <a:t>Can be replayed.</a:t>
            </a:r>
          </a:p>
          <a:p>
            <a:r>
              <a:rPr lang="en-US" dirty="0"/>
              <a:t>Lightweight and does not require server hosting.</a:t>
            </a:r>
            <a:endParaRPr lang="en-NP" dirty="0"/>
          </a:p>
        </p:txBody>
      </p:sp>
    </p:spTree>
    <p:extLst>
      <p:ext uri="{BB962C8B-B14F-4D97-AF65-F5344CB8AC3E}">
        <p14:creationId xmlns:p14="http://schemas.microsoft.com/office/powerpoint/2010/main" val="24937688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0DE91-628C-982B-120C-43F1F0FAB1D3}"/>
              </a:ext>
            </a:extLst>
          </p:cNvPr>
          <p:cNvSpPr>
            <a:spLocks noGrp="1"/>
          </p:cNvSpPr>
          <p:nvPr>
            <p:ph type="title"/>
          </p:nvPr>
        </p:nvSpPr>
        <p:spPr/>
        <p:txBody>
          <a:bodyPr/>
          <a:lstStyle/>
          <a:p>
            <a:r>
              <a:rPr lang="en-US"/>
              <a:t>Limitations</a:t>
            </a:r>
            <a:endParaRPr lang="en-NP"/>
          </a:p>
        </p:txBody>
      </p:sp>
      <p:sp>
        <p:nvSpPr>
          <p:cNvPr id="3" name="Text Placeholder 2">
            <a:extLst>
              <a:ext uri="{FF2B5EF4-FFF2-40B4-BE49-F238E27FC236}">
                <a16:creationId xmlns:a16="http://schemas.microsoft.com/office/drawing/2014/main" id="{918C25A8-7B7F-B430-0F92-2A2FFC3BA7E4}"/>
              </a:ext>
            </a:extLst>
          </p:cNvPr>
          <p:cNvSpPr>
            <a:spLocks noGrp="1"/>
          </p:cNvSpPr>
          <p:nvPr>
            <p:ph type="body" idx="1"/>
          </p:nvPr>
        </p:nvSpPr>
        <p:spPr/>
        <p:txBody>
          <a:bodyPr/>
          <a:lstStyle/>
          <a:p>
            <a:r>
              <a:rPr lang="en-US" dirty="0"/>
              <a:t>Limited question categories.</a:t>
            </a:r>
          </a:p>
          <a:p>
            <a:r>
              <a:rPr lang="en-US" dirty="0"/>
              <a:t>Correct answers aren’t displayed.</a:t>
            </a:r>
          </a:p>
          <a:p>
            <a:r>
              <a:rPr lang="en-US" dirty="0"/>
              <a:t>No admin module for question management.</a:t>
            </a:r>
          </a:p>
          <a:p>
            <a:r>
              <a:rPr lang="en-US" dirty="0"/>
              <a:t>User progress and scores are not saved.</a:t>
            </a:r>
            <a:endParaRPr lang="en-NP" dirty="0"/>
          </a:p>
        </p:txBody>
      </p:sp>
    </p:spTree>
    <p:extLst>
      <p:ext uri="{BB962C8B-B14F-4D97-AF65-F5344CB8AC3E}">
        <p14:creationId xmlns:p14="http://schemas.microsoft.com/office/powerpoint/2010/main" val="1458514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D4306-231F-0D7F-B6CF-D07F68229DDC}"/>
              </a:ext>
            </a:extLst>
          </p:cNvPr>
          <p:cNvSpPr>
            <a:spLocks noGrp="1"/>
          </p:cNvSpPr>
          <p:nvPr>
            <p:ph type="title"/>
          </p:nvPr>
        </p:nvSpPr>
        <p:spPr/>
        <p:txBody>
          <a:bodyPr/>
          <a:lstStyle/>
          <a:p>
            <a:r>
              <a:rPr lang="en-US"/>
              <a:t>Conclusion</a:t>
            </a:r>
            <a:endParaRPr lang="en-NP"/>
          </a:p>
        </p:txBody>
      </p:sp>
      <p:sp>
        <p:nvSpPr>
          <p:cNvPr id="3" name="Text Placeholder 2">
            <a:extLst>
              <a:ext uri="{FF2B5EF4-FFF2-40B4-BE49-F238E27FC236}">
                <a16:creationId xmlns:a16="http://schemas.microsoft.com/office/drawing/2014/main" id="{F8060C5D-018E-5132-9413-23F07AB9B11C}"/>
              </a:ext>
            </a:extLst>
          </p:cNvPr>
          <p:cNvSpPr>
            <a:spLocks noGrp="1"/>
          </p:cNvSpPr>
          <p:nvPr>
            <p:ph type="body" idx="1"/>
          </p:nvPr>
        </p:nvSpPr>
        <p:spPr/>
        <p:txBody>
          <a:bodyPr/>
          <a:lstStyle/>
          <a:p>
            <a:r>
              <a:rPr lang="en-US"/>
              <a:t>The Quiz Game application achieves its goal of providing an interactive platform for users to test their knowledge. Future iterations could incorporate more advanced features like multiplayer mode and score saving for a better user experience.</a:t>
            </a:r>
            <a:endParaRPr lang="en-NP"/>
          </a:p>
        </p:txBody>
      </p:sp>
    </p:spTree>
    <p:extLst>
      <p:ext uri="{BB962C8B-B14F-4D97-AF65-F5344CB8AC3E}">
        <p14:creationId xmlns:p14="http://schemas.microsoft.com/office/powerpoint/2010/main" val="11485488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188</Words>
  <Application>Microsoft Macintosh PowerPoint</Application>
  <PresentationFormat>Widescreen</PresentationFormat>
  <Paragraphs>26</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Quiz Game</vt:lpstr>
      <vt:lpstr>Introduction</vt:lpstr>
      <vt:lpstr>Objectives</vt:lpstr>
      <vt:lpstr>Technologies Used</vt:lpstr>
      <vt:lpstr>Features</vt:lpstr>
      <vt:lpstr>Limitations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Quiz Game</dc:title>
  <dc:creator>Microsoft Office User</dc:creator>
  <cp:lastModifiedBy>Microsoft Office User</cp:lastModifiedBy>
  <cp:revision>1</cp:revision>
  <dcterms:created xsi:type="dcterms:W3CDTF">2024-12-24T03:09:19Z</dcterms:created>
  <dcterms:modified xsi:type="dcterms:W3CDTF">2024-12-24T03:16:43Z</dcterms:modified>
</cp:coreProperties>
</file>